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257" r:id="rId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43D6E"/>
    <a:srgbClr val="2E5090"/>
    <a:srgbClr val="0E4A75"/>
    <a:srgbClr val="BA9B5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p:cViewPr varScale="1">
        <p:scale>
          <a:sx n="120" d="100"/>
          <a:sy n="120" d="100"/>
        </p:scale>
        <p:origin x="28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microsoft.com/office/2016/11/relationships/changesInfo" Target="changesInfos/changesInfo1.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arti Mohinani" userId="S::aarti.mohinani@rotman.utoronto.ca::de791e64-d4be-45f3-956c-1ccc0196e0ab" providerId="AD" clId="Web-{75EB7703-E586-56FD-6745-D9F5639920D8}"/>
    <pc:docChg chg="addSld delSld modSld">
      <pc:chgData name="Aarti Mohinani" userId="S::aarti.mohinani@rotman.utoronto.ca::de791e64-d4be-45f3-956c-1ccc0196e0ab" providerId="AD" clId="Web-{75EB7703-E586-56FD-6745-D9F5639920D8}" dt="2026-05-14T21:30:33.232" v="664" actId="20577"/>
      <pc:docMkLst>
        <pc:docMk/>
      </pc:docMkLst>
      <pc:sldChg chg="addSp delSp modSp add del">
        <pc:chgData name="Aarti Mohinani" userId="S::aarti.mohinani@rotman.utoronto.ca::de791e64-d4be-45f3-956c-1ccc0196e0ab" providerId="AD" clId="Web-{75EB7703-E586-56FD-6745-D9F5639920D8}" dt="2026-05-14T21:30:33.232" v="664" actId="20577"/>
        <pc:sldMkLst>
          <pc:docMk/>
          <pc:sldMk cId="498436743" sldId="257"/>
        </pc:sldMkLst>
        <pc:spChg chg="add mod">
          <ac:chgData name="Aarti Mohinani" userId="S::aarti.mohinani@rotman.utoronto.ca::de791e64-d4be-45f3-956c-1ccc0196e0ab" providerId="AD" clId="Web-{75EB7703-E586-56FD-6745-D9F5639920D8}" dt="2026-05-14T21:30:29.091" v="663" actId="20577"/>
          <ac:spMkLst>
            <pc:docMk/>
            <pc:sldMk cId="498436743" sldId="257"/>
            <ac:spMk id="29" creationId="{01EBFFD4-33A0-B531-BD5B-76421BF810D4}"/>
          </ac:spMkLst>
        </pc:spChg>
        <pc:spChg chg="add mod">
          <ac:chgData name="Aarti Mohinani" userId="S::aarti.mohinani@rotman.utoronto.ca::de791e64-d4be-45f3-956c-1ccc0196e0ab" providerId="AD" clId="Web-{75EB7703-E586-56FD-6745-D9F5639920D8}" dt="2026-05-14T21:30:33.232" v="664" actId="20577"/>
          <ac:spMkLst>
            <pc:docMk/>
            <pc:sldMk cId="498436743" sldId="257"/>
            <ac:spMk id="32" creationId="{910AD7AD-80F5-3D10-CA56-1F6A8ACF2016}"/>
          </ac:spMkLst>
        </pc:spChg>
      </pc:sldChg>
    </pc:docChg>
  </pc:docChgLst>
  <pc:docChgLst>
    <pc:chgData name="Arjun Anish" userId="ba8f6262-b7d0-484c-ac01-9e4c0ebd205c" providerId="ADAL" clId="{7E250AE4-3973-5DE3-93DF-6D4ECFD8BBC4}"/>
    <pc:docChg chg="undo custSel modSld">
      <pc:chgData name="Arjun Anish" userId="ba8f6262-b7d0-484c-ac01-9e4c0ebd205c" providerId="ADAL" clId="{7E250AE4-3973-5DE3-93DF-6D4ECFD8BBC4}" dt="2026-05-14T20:31:48.105" v="9" actId="14100"/>
      <pc:docMkLst>
        <pc:docMk/>
      </pc:docMkLst>
    </pc:docChg>
  </pc:docChgLst>
  <pc:docChgLst>
    <pc:chgData name="Aarti Mohinani" userId="de791e64-d4be-45f3-956c-1ccc0196e0ab" providerId="ADAL" clId="{EE93FBB2-2219-4B9F-B143-C12DBBF8F1D4}"/>
    <pc:docChg chg="undo custSel delSld modSld">
      <pc:chgData name="Aarti Mohinani" userId="de791e64-d4be-45f3-956c-1ccc0196e0ab" providerId="ADAL" clId="{EE93FBB2-2219-4B9F-B143-C12DBBF8F1D4}" dt="2026-05-15T21:02:32.359" v="381" actId="20577"/>
      <pc:docMkLst>
        <pc:docMk/>
      </pc:docMkLst>
      <pc:sldChg chg="addSp delSp modSp mod">
        <pc:chgData name="Aarti Mohinani" userId="de791e64-d4be-45f3-956c-1ccc0196e0ab" providerId="ADAL" clId="{EE93FBB2-2219-4B9F-B143-C12DBBF8F1D4}" dt="2026-05-15T21:02:32.359" v="381" actId="20577"/>
        <pc:sldMkLst>
          <pc:docMk/>
          <pc:sldMk cId="498436743" sldId="257"/>
        </pc:sldMkLst>
        <pc:spChg chg="add del mod">
          <ac:chgData name="Aarti Mohinani" userId="de791e64-d4be-45f3-956c-1ccc0196e0ab" providerId="ADAL" clId="{EE93FBB2-2219-4B9F-B143-C12DBBF8F1D4}" dt="2026-05-15T20:50:20.065" v="201" actId="164"/>
          <ac:spMkLst>
            <pc:docMk/>
            <pc:sldMk cId="498436743" sldId="257"/>
            <ac:spMk id="29" creationId="{01EBFFD4-33A0-B531-BD5B-76421BF810D4}"/>
          </ac:spMkLst>
        </pc:spChg>
        <pc:spChg chg="add del mod">
          <ac:chgData name="Aarti Mohinani" userId="de791e64-d4be-45f3-956c-1ccc0196e0ab" providerId="ADAL" clId="{EE93FBB2-2219-4B9F-B143-C12DBBF8F1D4}" dt="2026-05-15T20:50:20.065" v="201" actId="164"/>
          <ac:spMkLst>
            <pc:docMk/>
            <pc:sldMk cId="498436743" sldId="257"/>
            <ac:spMk id="32" creationId="{910AD7AD-80F5-3D10-CA56-1F6A8ACF2016}"/>
          </ac:spMkLst>
        </pc:spChg>
        <pc:spChg chg="mod topLvl">
          <ac:chgData name="Aarti Mohinani" userId="de791e64-d4be-45f3-956c-1ccc0196e0ab" providerId="ADAL" clId="{EE93FBB2-2219-4B9F-B143-C12DBBF8F1D4}" dt="2026-05-15T21:02:32.359" v="381" actId="20577"/>
          <ac:spMkLst>
            <pc:docMk/>
            <pc:sldMk cId="498436743" sldId="257"/>
            <ac:spMk id="33" creationId="{00000000-0000-0000-0000-000000000000}"/>
          </ac:spMkLst>
        </pc:spChg>
        <pc:spChg chg="add mod">
          <ac:chgData name="Aarti Mohinani" userId="de791e64-d4be-45f3-956c-1ccc0196e0ab" providerId="ADAL" clId="{EE93FBB2-2219-4B9F-B143-C12DBBF8F1D4}" dt="2026-05-15T20:50:20.065" v="201" actId="164"/>
          <ac:spMkLst>
            <pc:docMk/>
            <pc:sldMk cId="498436743" sldId="257"/>
            <ac:spMk id="41" creationId="{2780CC70-D2CA-633E-C73E-E41DDD3E9402}"/>
          </ac:spMkLst>
        </pc:spChg>
        <pc:grpChg chg="add mod">
          <ac:chgData name="Aarti Mohinani" userId="de791e64-d4be-45f3-956c-1ccc0196e0ab" providerId="ADAL" clId="{EE93FBB2-2219-4B9F-B143-C12DBBF8F1D4}" dt="2026-05-15T20:50:26.137" v="202" actId="1076"/>
          <ac:grpSpMkLst>
            <pc:docMk/>
            <pc:sldMk cId="498436743" sldId="257"/>
            <ac:grpSpMk id="47" creationId="{3EBEF06F-5D84-36F4-F7F0-8D7FAA946347}"/>
          </ac:grpSpMkLst>
        </pc:grpChg>
        <pc:picChg chg="add mod">
          <ac:chgData name="Aarti Mohinani" userId="de791e64-d4be-45f3-956c-1ccc0196e0ab" providerId="ADAL" clId="{EE93FBB2-2219-4B9F-B143-C12DBBF8F1D4}" dt="2026-05-14T21:40:26.822" v="6" actId="1076"/>
          <ac:picMkLst>
            <pc:docMk/>
            <pc:sldMk cId="498436743" sldId="257"/>
            <ac:picMk id="4" creationId="{0FCF2679-0E6E-9BFE-1523-974EF76833F9}"/>
          </ac:picMkLst>
        </pc:picChg>
        <pc:picChg chg="mod">
          <ac:chgData name="Aarti Mohinani" userId="de791e64-d4be-45f3-956c-1ccc0196e0ab" providerId="ADAL" clId="{EE93FBB2-2219-4B9F-B143-C12DBBF8F1D4}" dt="2026-05-15T20:50:43.603" v="203" actId="1076"/>
          <ac:picMkLst>
            <pc:docMk/>
            <pc:sldMk cId="498436743" sldId="257"/>
            <ac:picMk id="38" creationId="{00000000-0000-0000-0000-000000000000}"/>
          </ac:picMkLst>
        </pc:picChg>
      </pc:sldChg>
    </pc:docChg>
  </pc:docChgLst>
  <pc:docChgLst>
    <pc:chgData name="Aarti Mohinani" userId="de791e64-d4be-45f3-956c-1ccc0196e0ab" providerId="ADAL" clId="{5DCCF54E-E3D7-4AE7-AD9D-1E2E7695FB57}"/>
    <pc:docChg chg="undo custSel modSld">
      <pc:chgData name="Aarti Mohinani" userId="de791e64-d4be-45f3-956c-1ccc0196e0ab" providerId="ADAL" clId="{5DCCF54E-E3D7-4AE7-AD9D-1E2E7695FB57}" dt="2026-05-16T01:20:36.390" v="221" actId="1076"/>
      <pc:docMkLst>
        <pc:docMk/>
      </pc:docMkLst>
      <pc:sldChg chg="addSp delSp modSp mod">
        <pc:chgData name="Aarti Mohinani" userId="de791e64-d4be-45f3-956c-1ccc0196e0ab" providerId="ADAL" clId="{5DCCF54E-E3D7-4AE7-AD9D-1E2E7695FB57}" dt="2026-05-16T01:20:36.390" v="221" actId="1076"/>
        <pc:sldMkLst>
          <pc:docMk/>
          <pc:sldMk cId="498436743" sldId="257"/>
        </pc:sldMkLst>
        <pc:spChg chg="mod">
          <ac:chgData name="Aarti Mohinani" userId="de791e64-d4be-45f3-956c-1ccc0196e0ab" providerId="ADAL" clId="{5DCCF54E-E3D7-4AE7-AD9D-1E2E7695FB57}" dt="2026-05-16T00:19:52.004" v="6" actId="164"/>
          <ac:spMkLst>
            <pc:docMk/>
            <pc:sldMk cId="498436743" sldId="257"/>
            <ac:spMk id="5" creationId="{0E384A61-2976-99CE-981E-A6D6A13161AA}"/>
          </ac:spMkLst>
        </pc:spChg>
        <pc:spChg chg="mod">
          <ac:chgData name="Aarti Mohinani" userId="de791e64-d4be-45f3-956c-1ccc0196e0ab" providerId="ADAL" clId="{5DCCF54E-E3D7-4AE7-AD9D-1E2E7695FB57}" dt="2026-05-16T00:19:52.004" v="6" actId="164"/>
          <ac:spMkLst>
            <pc:docMk/>
            <pc:sldMk cId="498436743" sldId="257"/>
            <ac:spMk id="6" creationId="{2104535D-0AAC-C218-F33F-F757FD06A4DE}"/>
          </ac:spMkLst>
        </pc:spChg>
        <pc:spChg chg="mod">
          <ac:chgData name="Aarti Mohinani" userId="de791e64-d4be-45f3-956c-1ccc0196e0ab" providerId="ADAL" clId="{5DCCF54E-E3D7-4AE7-AD9D-1E2E7695FB57}" dt="2026-05-16T00:19:52.004" v="6" actId="164"/>
          <ac:spMkLst>
            <pc:docMk/>
            <pc:sldMk cId="498436743" sldId="257"/>
            <ac:spMk id="7" creationId="{5BA16DF2-3607-7BEF-2AB2-16CECF0A9C41}"/>
          </ac:spMkLst>
        </pc:spChg>
        <pc:spChg chg="mod">
          <ac:chgData name="Aarti Mohinani" userId="de791e64-d4be-45f3-956c-1ccc0196e0ab" providerId="ADAL" clId="{5DCCF54E-E3D7-4AE7-AD9D-1E2E7695FB57}" dt="2026-05-16T00:20:37.242" v="15" actId="1076"/>
          <ac:spMkLst>
            <pc:docMk/>
            <pc:sldMk cId="498436743" sldId="257"/>
            <ac:spMk id="8" creationId="{00000000-0000-0000-0000-000000000000}"/>
          </ac:spMkLst>
        </pc:spChg>
        <pc:spChg chg="mod">
          <ac:chgData name="Aarti Mohinani" userId="de791e64-d4be-45f3-956c-1ccc0196e0ab" providerId="ADAL" clId="{5DCCF54E-E3D7-4AE7-AD9D-1E2E7695FB57}" dt="2026-05-16T00:19:52.004" v="6" actId="164"/>
          <ac:spMkLst>
            <pc:docMk/>
            <pc:sldMk cId="498436743" sldId="257"/>
            <ac:spMk id="9" creationId="{439E65D0-E1D8-AB57-912C-8CEE3161137D}"/>
          </ac:spMkLst>
        </pc:spChg>
        <pc:spChg chg="mod">
          <ac:chgData name="Aarti Mohinani" userId="de791e64-d4be-45f3-956c-1ccc0196e0ab" providerId="ADAL" clId="{5DCCF54E-E3D7-4AE7-AD9D-1E2E7695FB57}" dt="2026-05-16T01:19:45.481" v="216" actId="1076"/>
          <ac:spMkLst>
            <pc:docMk/>
            <pc:sldMk cId="498436743" sldId="257"/>
            <ac:spMk id="11" creationId="{00000000-0000-0000-0000-000000000000}"/>
          </ac:spMkLst>
        </pc:spChg>
        <pc:spChg chg="add mod">
          <ac:chgData name="Aarti Mohinani" userId="de791e64-d4be-45f3-956c-1ccc0196e0ab" providerId="ADAL" clId="{5DCCF54E-E3D7-4AE7-AD9D-1E2E7695FB57}" dt="2026-05-16T00:52:26.453" v="38" actId="164"/>
          <ac:spMkLst>
            <pc:docMk/>
            <pc:sldMk cId="498436743" sldId="257"/>
            <ac:spMk id="12" creationId="{A66A20D4-D665-F807-032F-58D80E62D8CD}"/>
          </ac:spMkLst>
        </pc:spChg>
        <pc:spChg chg="mod">
          <ac:chgData name="Aarti Mohinani" userId="de791e64-d4be-45f3-956c-1ccc0196e0ab" providerId="ADAL" clId="{5DCCF54E-E3D7-4AE7-AD9D-1E2E7695FB57}" dt="2026-05-16T01:13:56.130" v="182" actId="2711"/>
          <ac:spMkLst>
            <pc:docMk/>
            <pc:sldMk cId="498436743" sldId="257"/>
            <ac:spMk id="14" creationId="{00000000-0000-0000-0000-000000000000}"/>
          </ac:spMkLst>
        </pc:spChg>
        <pc:spChg chg="mod">
          <ac:chgData name="Aarti Mohinani" userId="de791e64-d4be-45f3-956c-1ccc0196e0ab" providerId="ADAL" clId="{5DCCF54E-E3D7-4AE7-AD9D-1E2E7695FB57}" dt="2026-05-16T01:18:16.517" v="207" actId="1076"/>
          <ac:spMkLst>
            <pc:docMk/>
            <pc:sldMk cId="498436743" sldId="257"/>
            <ac:spMk id="15" creationId="{00000000-0000-0000-0000-000000000000}"/>
          </ac:spMkLst>
        </pc:spChg>
        <pc:spChg chg="mod">
          <ac:chgData name="Aarti Mohinani" userId="de791e64-d4be-45f3-956c-1ccc0196e0ab" providerId="ADAL" clId="{5DCCF54E-E3D7-4AE7-AD9D-1E2E7695FB57}" dt="2026-05-16T01:18:56.863" v="210" actId="255"/>
          <ac:spMkLst>
            <pc:docMk/>
            <pc:sldMk cId="498436743" sldId="257"/>
            <ac:spMk id="16" creationId="{00000000-0000-0000-0000-000000000000}"/>
          </ac:spMkLst>
        </pc:spChg>
        <pc:spChg chg="add mod">
          <ac:chgData name="Aarti Mohinani" userId="de791e64-d4be-45f3-956c-1ccc0196e0ab" providerId="ADAL" clId="{5DCCF54E-E3D7-4AE7-AD9D-1E2E7695FB57}" dt="2026-05-16T01:14:42.954" v="185" actId="1076"/>
          <ac:spMkLst>
            <pc:docMk/>
            <pc:sldMk cId="498436743" sldId="257"/>
            <ac:spMk id="17" creationId="{EA3895F3-8CA8-2E7A-FB8B-C0A6BAC52432}"/>
          </ac:spMkLst>
        </pc:spChg>
        <pc:spChg chg="mod">
          <ac:chgData name="Aarti Mohinani" userId="de791e64-d4be-45f3-956c-1ccc0196e0ab" providerId="ADAL" clId="{5DCCF54E-E3D7-4AE7-AD9D-1E2E7695FB57}" dt="2026-05-16T01:18:07.271" v="206" actId="1076"/>
          <ac:spMkLst>
            <pc:docMk/>
            <pc:sldMk cId="498436743" sldId="257"/>
            <ac:spMk id="19" creationId="{00000000-0000-0000-0000-000000000000}"/>
          </ac:spMkLst>
        </pc:spChg>
        <pc:spChg chg="mod">
          <ac:chgData name="Aarti Mohinani" userId="de791e64-d4be-45f3-956c-1ccc0196e0ab" providerId="ADAL" clId="{5DCCF54E-E3D7-4AE7-AD9D-1E2E7695FB57}" dt="2026-05-16T01:19:10.294" v="212" actId="255"/>
          <ac:spMkLst>
            <pc:docMk/>
            <pc:sldMk cId="498436743" sldId="257"/>
            <ac:spMk id="20" creationId="{00000000-0000-0000-0000-000000000000}"/>
          </ac:spMkLst>
        </pc:spChg>
        <pc:spChg chg="mod">
          <ac:chgData name="Aarti Mohinani" userId="de791e64-d4be-45f3-956c-1ccc0196e0ab" providerId="ADAL" clId="{5DCCF54E-E3D7-4AE7-AD9D-1E2E7695FB57}" dt="2026-05-16T01:17:57.511" v="205" actId="1076"/>
          <ac:spMkLst>
            <pc:docMk/>
            <pc:sldMk cId="498436743" sldId="257"/>
            <ac:spMk id="23" creationId="{00000000-0000-0000-0000-000000000000}"/>
          </ac:spMkLst>
        </pc:spChg>
        <pc:spChg chg="mod">
          <ac:chgData name="Aarti Mohinani" userId="de791e64-d4be-45f3-956c-1ccc0196e0ab" providerId="ADAL" clId="{5DCCF54E-E3D7-4AE7-AD9D-1E2E7695FB57}" dt="2026-05-16T01:19:16.870" v="213" actId="255"/>
          <ac:spMkLst>
            <pc:docMk/>
            <pc:sldMk cId="498436743" sldId="257"/>
            <ac:spMk id="24" creationId="{00000000-0000-0000-0000-000000000000}"/>
          </ac:spMkLst>
        </pc:spChg>
        <pc:spChg chg="add mod">
          <ac:chgData name="Aarti Mohinani" userId="de791e64-d4be-45f3-956c-1ccc0196e0ab" providerId="ADAL" clId="{5DCCF54E-E3D7-4AE7-AD9D-1E2E7695FB57}" dt="2026-05-16T00:52:26.453" v="38" actId="164"/>
          <ac:spMkLst>
            <pc:docMk/>
            <pc:sldMk cId="498436743" sldId="257"/>
            <ac:spMk id="26" creationId="{BCAFE516-030E-0954-FBE1-1A3D40595706}"/>
          </ac:spMkLst>
        </pc:spChg>
        <pc:spChg chg="mod">
          <ac:chgData name="Aarti Mohinani" userId="de791e64-d4be-45f3-956c-1ccc0196e0ab" providerId="ADAL" clId="{5DCCF54E-E3D7-4AE7-AD9D-1E2E7695FB57}" dt="2026-05-16T01:17:46.929" v="204" actId="1076"/>
          <ac:spMkLst>
            <pc:docMk/>
            <pc:sldMk cId="498436743" sldId="257"/>
            <ac:spMk id="27" creationId="{00000000-0000-0000-0000-000000000000}"/>
          </ac:spMkLst>
        </pc:spChg>
        <pc:spChg chg="mod">
          <ac:chgData name="Aarti Mohinani" userId="de791e64-d4be-45f3-956c-1ccc0196e0ab" providerId="ADAL" clId="{5DCCF54E-E3D7-4AE7-AD9D-1E2E7695FB57}" dt="2026-05-16T01:19:21.726" v="214" actId="255"/>
          <ac:spMkLst>
            <pc:docMk/>
            <pc:sldMk cId="498436743" sldId="257"/>
            <ac:spMk id="28" creationId="{00000000-0000-0000-0000-000000000000}"/>
          </ac:spMkLst>
        </pc:spChg>
        <pc:spChg chg="add mod">
          <ac:chgData name="Aarti Mohinani" userId="de791e64-d4be-45f3-956c-1ccc0196e0ab" providerId="ADAL" clId="{5DCCF54E-E3D7-4AE7-AD9D-1E2E7695FB57}" dt="2026-05-16T00:52:26.453" v="38" actId="164"/>
          <ac:spMkLst>
            <pc:docMk/>
            <pc:sldMk cId="498436743" sldId="257"/>
            <ac:spMk id="30" creationId="{F262533F-D6AF-5C93-149A-FDBFBE387A15}"/>
          </ac:spMkLst>
        </pc:spChg>
        <pc:spChg chg="mod">
          <ac:chgData name="Aarti Mohinani" userId="de791e64-d4be-45f3-956c-1ccc0196e0ab" providerId="ADAL" clId="{5DCCF54E-E3D7-4AE7-AD9D-1E2E7695FB57}" dt="2026-05-16T01:02:50.051" v="85"/>
          <ac:spMkLst>
            <pc:docMk/>
            <pc:sldMk cId="498436743" sldId="257"/>
            <ac:spMk id="31" creationId="{00000000-0000-0000-0000-000000000000}"/>
          </ac:spMkLst>
        </pc:spChg>
        <pc:spChg chg="mod">
          <ac:chgData name="Aarti Mohinani" userId="de791e64-d4be-45f3-956c-1ccc0196e0ab" providerId="ADAL" clId="{5DCCF54E-E3D7-4AE7-AD9D-1E2E7695FB57}" dt="2026-05-16T01:13:56.130" v="182" actId="2711"/>
          <ac:spMkLst>
            <pc:docMk/>
            <pc:sldMk cId="498436743" sldId="257"/>
            <ac:spMk id="32" creationId="{910AD7AD-80F5-3D10-CA56-1F6A8ACF2016}"/>
          </ac:spMkLst>
        </pc:spChg>
        <pc:spChg chg="mod">
          <ac:chgData name="Aarti Mohinani" userId="de791e64-d4be-45f3-956c-1ccc0196e0ab" providerId="ADAL" clId="{5DCCF54E-E3D7-4AE7-AD9D-1E2E7695FB57}" dt="2026-05-16T01:15:11.063" v="188" actId="113"/>
          <ac:spMkLst>
            <pc:docMk/>
            <pc:sldMk cId="498436743" sldId="257"/>
            <ac:spMk id="33" creationId="{00000000-0000-0000-0000-000000000000}"/>
          </ac:spMkLst>
        </pc:spChg>
        <pc:spChg chg="add mod">
          <ac:chgData name="Aarti Mohinani" userId="de791e64-d4be-45f3-956c-1ccc0196e0ab" providerId="ADAL" clId="{5DCCF54E-E3D7-4AE7-AD9D-1E2E7695FB57}" dt="2026-05-16T01:14:52.993" v="186" actId="14100"/>
          <ac:spMkLst>
            <pc:docMk/>
            <pc:sldMk cId="498436743" sldId="257"/>
            <ac:spMk id="35" creationId="{92DABB77-396B-AE90-ADDE-B51EC6B475CC}"/>
          </ac:spMkLst>
        </pc:spChg>
        <pc:spChg chg="mod">
          <ac:chgData name="Aarti Mohinani" userId="de791e64-d4be-45f3-956c-1ccc0196e0ab" providerId="ADAL" clId="{5DCCF54E-E3D7-4AE7-AD9D-1E2E7695FB57}" dt="2026-05-16T00:52:17.644" v="37" actId="1076"/>
          <ac:spMkLst>
            <pc:docMk/>
            <pc:sldMk cId="498436743" sldId="257"/>
            <ac:spMk id="36" creationId="{B55590B4-559B-3521-67E0-AFF94C9064ED}"/>
          </ac:spMkLst>
        </pc:spChg>
        <pc:spChg chg="add mod">
          <ac:chgData name="Aarti Mohinani" userId="de791e64-d4be-45f3-956c-1ccc0196e0ab" providerId="ADAL" clId="{5DCCF54E-E3D7-4AE7-AD9D-1E2E7695FB57}" dt="2026-05-16T00:52:26.453" v="38" actId="164"/>
          <ac:spMkLst>
            <pc:docMk/>
            <pc:sldMk cId="498436743" sldId="257"/>
            <ac:spMk id="39" creationId="{D52F9480-1C15-0C3B-EA20-52B55185FA09}"/>
          </ac:spMkLst>
        </pc:spChg>
        <pc:spChg chg="mod">
          <ac:chgData name="Aarti Mohinani" userId="de791e64-d4be-45f3-956c-1ccc0196e0ab" providerId="ADAL" clId="{5DCCF54E-E3D7-4AE7-AD9D-1E2E7695FB57}" dt="2026-05-16T01:12:42.591" v="162" actId="1076"/>
          <ac:spMkLst>
            <pc:docMk/>
            <pc:sldMk cId="498436743" sldId="257"/>
            <ac:spMk id="40" creationId="{BBB358CE-45A7-C4C5-1397-784982214D24}"/>
          </ac:spMkLst>
        </pc:spChg>
        <pc:spChg chg="mod">
          <ac:chgData name="Aarti Mohinani" userId="de791e64-d4be-45f3-956c-1ccc0196e0ab" providerId="ADAL" clId="{5DCCF54E-E3D7-4AE7-AD9D-1E2E7695FB57}" dt="2026-05-16T00:55:16.559" v="74" actId="1076"/>
          <ac:spMkLst>
            <pc:docMk/>
            <pc:sldMk cId="498436743" sldId="257"/>
            <ac:spMk id="42" creationId="{7F474ECE-B78E-10DF-90B4-84C4A4832422}"/>
          </ac:spMkLst>
        </pc:spChg>
        <pc:spChg chg="add mod">
          <ac:chgData name="Aarti Mohinani" userId="de791e64-d4be-45f3-956c-1ccc0196e0ab" providerId="ADAL" clId="{5DCCF54E-E3D7-4AE7-AD9D-1E2E7695FB57}" dt="2026-05-16T00:52:26.453" v="38" actId="164"/>
          <ac:spMkLst>
            <pc:docMk/>
            <pc:sldMk cId="498436743" sldId="257"/>
            <ac:spMk id="43" creationId="{38ADF17F-B248-15A3-DE51-5E6AF88D665E}"/>
          </ac:spMkLst>
        </pc:spChg>
        <pc:spChg chg="mod">
          <ac:chgData name="Aarti Mohinani" userId="de791e64-d4be-45f3-956c-1ccc0196e0ab" providerId="ADAL" clId="{5DCCF54E-E3D7-4AE7-AD9D-1E2E7695FB57}" dt="2026-05-16T00:55:58.565" v="77" actId="1076"/>
          <ac:spMkLst>
            <pc:docMk/>
            <pc:sldMk cId="498436743" sldId="257"/>
            <ac:spMk id="46" creationId="{EED9B15B-5CA5-28E1-D579-3A8D86D90A44}"/>
          </ac:spMkLst>
        </pc:spChg>
        <pc:spChg chg="mod">
          <ac:chgData name="Aarti Mohinani" userId="de791e64-d4be-45f3-956c-1ccc0196e0ab" providerId="ADAL" clId="{5DCCF54E-E3D7-4AE7-AD9D-1E2E7695FB57}" dt="2026-05-16T00:56:32.728" v="80" actId="1076"/>
          <ac:spMkLst>
            <pc:docMk/>
            <pc:sldMk cId="498436743" sldId="257"/>
            <ac:spMk id="48" creationId="{7FE447AB-058F-3163-62F0-B2030FB42DE3}"/>
          </ac:spMkLst>
        </pc:spChg>
        <pc:spChg chg="add mod">
          <ac:chgData name="Aarti Mohinani" userId="de791e64-d4be-45f3-956c-1ccc0196e0ab" providerId="ADAL" clId="{5DCCF54E-E3D7-4AE7-AD9D-1E2E7695FB57}" dt="2026-05-16T01:14:56.247" v="187" actId="14100"/>
          <ac:spMkLst>
            <pc:docMk/>
            <pc:sldMk cId="498436743" sldId="257"/>
            <ac:spMk id="49" creationId="{0E5AB818-FC7D-AD65-4E7F-6FB5ED7D4256}"/>
          </ac:spMkLst>
        </pc:spChg>
        <pc:spChg chg="mod">
          <ac:chgData name="Aarti Mohinani" userId="de791e64-d4be-45f3-956c-1ccc0196e0ab" providerId="ADAL" clId="{5DCCF54E-E3D7-4AE7-AD9D-1E2E7695FB57}" dt="2026-05-16T01:13:56.130" v="182" actId="2711"/>
          <ac:spMkLst>
            <pc:docMk/>
            <pc:sldMk cId="498436743" sldId="257"/>
            <ac:spMk id="50" creationId="{DA90C85B-6678-BBAE-8B26-1983814DAB23}"/>
          </ac:spMkLst>
        </pc:spChg>
        <pc:spChg chg="add mod">
          <ac:chgData name="Aarti Mohinani" userId="de791e64-d4be-45f3-956c-1ccc0196e0ab" providerId="ADAL" clId="{5DCCF54E-E3D7-4AE7-AD9D-1E2E7695FB57}" dt="2026-05-16T00:52:26.453" v="38" actId="164"/>
          <ac:spMkLst>
            <pc:docMk/>
            <pc:sldMk cId="498436743" sldId="257"/>
            <ac:spMk id="51" creationId="{25EFEBDD-E937-40BC-F02B-4A0100AEF6E4}"/>
          </ac:spMkLst>
        </pc:spChg>
        <pc:spChg chg="mod">
          <ac:chgData name="Aarti Mohinani" userId="de791e64-d4be-45f3-956c-1ccc0196e0ab" providerId="ADAL" clId="{5DCCF54E-E3D7-4AE7-AD9D-1E2E7695FB57}" dt="2026-05-16T01:13:56.130" v="182" actId="2711"/>
          <ac:spMkLst>
            <pc:docMk/>
            <pc:sldMk cId="498436743" sldId="257"/>
            <ac:spMk id="52" creationId="{FF0A877F-2BE1-E408-F45B-857A4A570118}"/>
          </ac:spMkLst>
        </pc:spChg>
        <pc:spChg chg="mod">
          <ac:chgData name="Aarti Mohinani" userId="de791e64-d4be-45f3-956c-1ccc0196e0ab" providerId="ADAL" clId="{5DCCF54E-E3D7-4AE7-AD9D-1E2E7695FB57}" dt="2026-05-16T00:57:09.989" v="81" actId="1076"/>
          <ac:spMkLst>
            <pc:docMk/>
            <pc:sldMk cId="498436743" sldId="257"/>
            <ac:spMk id="54" creationId="{509FF4FD-B6FD-33DA-1CC8-200E514D1E76}"/>
          </ac:spMkLst>
        </pc:spChg>
        <pc:spChg chg="add mod">
          <ac:chgData name="Aarti Mohinani" userId="de791e64-d4be-45f3-956c-1ccc0196e0ab" providerId="ADAL" clId="{5DCCF54E-E3D7-4AE7-AD9D-1E2E7695FB57}" dt="2026-05-16T00:52:26.453" v="38" actId="164"/>
          <ac:spMkLst>
            <pc:docMk/>
            <pc:sldMk cId="498436743" sldId="257"/>
            <ac:spMk id="55" creationId="{8DAE8F53-59AA-40F4-4635-F7715012216A}"/>
          </ac:spMkLst>
        </pc:spChg>
        <pc:spChg chg="mod">
          <ac:chgData name="Aarti Mohinani" userId="de791e64-d4be-45f3-956c-1ccc0196e0ab" providerId="ADAL" clId="{5DCCF54E-E3D7-4AE7-AD9D-1E2E7695FB57}" dt="2026-05-16T00:57:09.989" v="81" actId="1076"/>
          <ac:spMkLst>
            <pc:docMk/>
            <pc:sldMk cId="498436743" sldId="257"/>
            <ac:spMk id="56" creationId="{29DCC8D9-7195-29E8-0D19-BBBF9E5D56AF}"/>
          </ac:spMkLst>
        </pc:spChg>
        <pc:spChg chg="add mod">
          <ac:chgData name="Aarti Mohinani" userId="de791e64-d4be-45f3-956c-1ccc0196e0ab" providerId="ADAL" clId="{5DCCF54E-E3D7-4AE7-AD9D-1E2E7695FB57}" dt="2026-05-16T00:52:26.453" v="38" actId="164"/>
          <ac:spMkLst>
            <pc:docMk/>
            <pc:sldMk cId="498436743" sldId="257"/>
            <ac:spMk id="58" creationId="{7735A6B7-4FAD-A733-863B-B1814C94713A}"/>
          </ac:spMkLst>
        </pc:spChg>
        <pc:spChg chg="mod">
          <ac:chgData name="Aarti Mohinani" userId="de791e64-d4be-45f3-956c-1ccc0196e0ab" providerId="ADAL" clId="{5DCCF54E-E3D7-4AE7-AD9D-1E2E7695FB57}" dt="2026-05-16T01:13:56.130" v="182" actId="2711"/>
          <ac:spMkLst>
            <pc:docMk/>
            <pc:sldMk cId="498436743" sldId="257"/>
            <ac:spMk id="60" creationId="{7327238D-F423-7B08-FBF8-E23D53DB2CA5}"/>
          </ac:spMkLst>
        </pc:spChg>
        <pc:spChg chg="mod">
          <ac:chgData name="Aarti Mohinani" userId="de791e64-d4be-45f3-956c-1ccc0196e0ab" providerId="ADAL" clId="{5DCCF54E-E3D7-4AE7-AD9D-1E2E7695FB57}" dt="2026-05-16T01:17:32.959" v="203" actId="1076"/>
          <ac:spMkLst>
            <pc:docMk/>
            <pc:sldMk cId="498436743" sldId="257"/>
            <ac:spMk id="64" creationId="{72560CFB-4E24-846E-3A46-780CE5DC7683}"/>
          </ac:spMkLst>
        </pc:spChg>
        <pc:spChg chg="add mod">
          <ac:chgData name="Aarti Mohinani" userId="de791e64-d4be-45f3-956c-1ccc0196e0ab" providerId="ADAL" clId="{5DCCF54E-E3D7-4AE7-AD9D-1E2E7695FB57}" dt="2026-05-16T01:20:36.390" v="221" actId="1076"/>
          <ac:spMkLst>
            <pc:docMk/>
            <pc:sldMk cId="498436743" sldId="257"/>
            <ac:spMk id="65" creationId="{FBF03536-A254-490B-084E-CD968647F51F}"/>
          </ac:spMkLst>
        </pc:spChg>
        <pc:spChg chg="add mod">
          <ac:chgData name="Aarti Mohinani" userId="de791e64-d4be-45f3-956c-1ccc0196e0ab" providerId="ADAL" clId="{5DCCF54E-E3D7-4AE7-AD9D-1E2E7695FB57}" dt="2026-05-16T01:18:36.012" v="209" actId="404"/>
          <ac:spMkLst>
            <pc:docMk/>
            <pc:sldMk cId="498436743" sldId="257"/>
            <ac:spMk id="67" creationId="{2E3EF655-BD84-0E5F-1D64-8A1C759A36D6}"/>
          </ac:spMkLst>
        </pc:spChg>
        <pc:spChg chg="add mod">
          <ac:chgData name="Aarti Mohinani" userId="de791e64-d4be-45f3-956c-1ccc0196e0ab" providerId="ADAL" clId="{5DCCF54E-E3D7-4AE7-AD9D-1E2E7695FB57}" dt="2026-05-16T01:18:30.614" v="208" actId="404"/>
          <ac:spMkLst>
            <pc:docMk/>
            <pc:sldMk cId="498436743" sldId="257"/>
            <ac:spMk id="70" creationId="{8772F3A1-3DFE-EB8F-9F7F-45856F90D34D}"/>
          </ac:spMkLst>
        </pc:spChg>
        <pc:spChg chg="mod">
          <ac:chgData name="Aarti Mohinani" userId="de791e64-d4be-45f3-956c-1ccc0196e0ab" providerId="ADAL" clId="{5DCCF54E-E3D7-4AE7-AD9D-1E2E7695FB57}" dt="2026-05-16T01:19:27.827" v="215" actId="255"/>
          <ac:spMkLst>
            <pc:docMk/>
            <pc:sldMk cId="498436743" sldId="257"/>
            <ac:spMk id="76" creationId="{54E0F160-C9E0-8E79-1750-5D24123EA959}"/>
          </ac:spMkLst>
        </pc:spChg>
        <pc:grpChg chg="mod">
          <ac:chgData name="Aarti Mohinani" userId="de791e64-d4be-45f3-956c-1ccc0196e0ab" providerId="ADAL" clId="{5DCCF54E-E3D7-4AE7-AD9D-1E2E7695FB57}" dt="2026-05-16T00:19:44.060" v="5" actId="14100"/>
          <ac:grpSpMkLst>
            <pc:docMk/>
            <pc:sldMk cId="498436743" sldId="257"/>
            <ac:grpSpMk id="2" creationId="{94517172-1751-C4D7-18F1-57469B4B52EF}"/>
          </ac:grpSpMkLst>
        </pc:grpChg>
        <pc:grpChg chg="add mod">
          <ac:chgData name="Aarti Mohinani" userId="de791e64-d4be-45f3-956c-1ccc0196e0ab" providerId="ADAL" clId="{5DCCF54E-E3D7-4AE7-AD9D-1E2E7695FB57}" dt="2026-05-16T01:20:09.296" v="219" actId="1076"/>
          <ac:grpSpMkLst>
            <pc:docMk/>
            <pc:sldMk cId="498436743" sldId="257"/>
            <ac:grpSpMk id="3" creationId="{539AF85E-7F75-EFAA-DA13-91FEDF29796D}"/>
          </ac:grpSpMkLst>
        </pc:grpChg>
        <pc:grpChg chg="mod">
          <ac:chgData name="Aarti Mohinani" userId="de791e64-d4be-45f3-956c-1ccc0196e0ab" providerId="ADAL" clId="{5DCCF54E-E3D7-4AE7-AD9D-1E2E7695FB57}" dt="2026-05-16T01:15:20.085" v="189" actId="14100"/>
          <ac:grpSpMkLst>
            <pc:docMk/>
            <pc:sldMk cId="498436743" sldId="257"/>
            <ac:grpSpMk id="47" creationId="{3EBEF06F-5D84-36F4-F7F0-8D7FAA946347}"/>
          </ac:grpSpMkLst>
        </pc:grpChg>
        <pc:grpChg chg="mod">
          <ac:chgData name="Aarti Mohinani" userId="de791e64-d4be-45f3-956c-1ccc0196e0ab" providerId="ADAL" clId="{5DCCF54E-E3D7-4AE7-AD9D-1E2E7695FB57}" dt="2026-05-16T00:57:50.612" v="84" actId="1076"/>
          <ac:grpSpMkLst>
            <pc:docMk/>
            <pc:sldMk cId="498436743" sldId="257"/>
            <ac:grpSpMk id="57" creationId="{94082771-49D4-0CF5-9CBB-65CE17EEBB90}"/>
          </ac:grpSpMkLst>
        </pc:grpChg>
        <pc:grpChg chg="mod">
          <ac:chgData name="Aarti Mohinani" userId="de791e64-d4be-45f3-956c-1ccc0196e0ab" providerId="ADAL" clId="{5DCCF54E-E3D7-4AE7-AD9D-1E2E7695FB57}" dt="2026-05-16T00:52:34.875" v="39" actId="1076"/>
          <ac:grpSpMkLst>
            <pc:docMk/>
            <pc:sldMk cId="498436743" sldId="257"/>
            <ac:grpSpMk id="61" creationId="{38C27E56-DE08-4887-4987-83A806018508}"/>
          </ac:grpSpMkLst>
        </pc:grpChg>
        <pc:picChg chg="mod">
          <ac:chgData name="Aarti Mohinani" userId="de791e64-d4be-45f3-956c-1ccc0196e0ab" providerId="ADAL" clId="{5DCCF54E-E3D7-4AE7-AD9D-1E2E7695FB57}" dt="2026-05-16T00:19:52.004" v="6" actId="164"/>
          <ac:picMkLst>
            <pc:docMk/>
            <pc:sldMk cId="498436743" sldId="257"/>
            <ac:picMk id="10" creationId="{84C58550-2332-2AFE-3EFB-CB76AA8D9004}"/>
          </ac:picMkLst>
        </pc:picChg>
        <pc:picChg chg="mod">
          <ac:chgData name="Aarti Mohinani" userId="de791e64-d4be-45f3-956c-1ccc0196e0ab" providerId="ADAL" clId="{5DCCF54E-E3D7-4AE7-AD9D-1E2E7695FB57}" dt="2026-05-16T00:19:52.004" v="6" actId="164"/>
          <ac:picMkLst>
            <pc:docMk/>
            <pc:sldMk cId="498436743" sldId="257"/>
            <ac:picMk id="13" creationId="{F77D366B-86C2-2AE1-F958-E79063BA693C}"/>
          </ac:picMkLst>
        </pc:picChg>
        <pc:picChg chg="mod">
          <ac:chgData name="Aarti Mohinani" userId="de791e64-d4be-45f3-956c-1ccc0196e0ab" providerId="ADAL" clId="{5DCCF54E-E3D7-4AE7-AD9D-1E2E7695FB57}" dt="2026-05-16T00:19:52.004" v="6" actId="164"/>
          <ac:picMkLst>
            <pc:docMk/>
            <pc:sldMk cId="498436743" sldId="257"/>
            <ac:picMk id="18" creationId="{5D7EB53B-1975-DD8C-2C19-8117EA471FCC}"/>
          </ac:picMkLst>
        </pc:picChg>
        <pc:picChg chg="mod">
          <ac:chgData name="Aarti Mohinani" userId="de791e64-d4be-45f3-956c-1ccc0196e0ab" providerId="ADAL" clId="{5DCCF54E-E3D7-4AE7-AD9D-1E2E7695FB57}" dt="2026-05-16T00:19:52.004" v="6" actId="164"/>
          <ac:picMkLst>
            <pc:docMk/>
            <pc:sldMk cId="498436743" sldId="257"/>
            <ac:picMk id="21" creationId="{32AC5CE5-5D30-1902-9E79-CB0CE837C441}"/>
          </ac:picMkLst>
        </pc:picChg>
        <pc:picChg chg="mod">
          <ac:chgData name="Aarti Mohinani" userId="de791e64-d4be-45f3-956c-1ccc0196e0ab" providerId="ADAL" clId="{5DCCF54E-E3D7-4AE7-AD9D-1E2E7695FB57}" dt="2026-05-16T00:19:52.004" v="6" actId="164"/>
          <ac:picMkLst>
            <pc:docMk/>
            <pc:sldMk cId="498436743" sldId="257"/>
            <ac:picMk id="22" creationId="{975EB333-FA00-2984-1548-EBF0CF4E7E55}"/>
          </ac:picMkLst>
        </pc:picChg>
        <pc:picChg chg="mod">
          <ac:chgData name="Aarti Mohinani" userId="de791e64-d4be-45f3-956c-1ccc0196e0ab" providerId="ADAL" clId="{5DCCF54E-E3D7-4AE7-AD9D-1E2E7695FB57}" dt="2026-05-16T00:52:17.644" v="37" actId="1076"/>
          <ac:picMkLst>
            <pc:docMk/>
            <pc:sldMk cId="498436743" sldId="257"/>
            <ac:picMk id="25" creationId="{D5161279-6B7E-9B22-50A0-B64B9BE8F531}"/>
          </ac:picMkLst>
        </pc:picChg>
        <pc:picChg chg="mod">
          <ac:chgData name="Aarti Mohinani" userId="de791e64-d4be-45f3-956c-1ccc0196e0ab" providerId="ADAL" clId="{5DCCF54E-E3D7-4AE7-AD9D-1E2E7695FB57}" dt="2026-05-16T00:49:26.574" v="26" actId="1076"/>
          <ac:picMkLst>
            <pc:docMk/>
            <pc:sldMk cId="498436743" sldId="257"/>
            <ac:picMk id="34" creationId="{F8DB955F-354F-C73F-7F99-4A040E787905}"/>
          </ac:picMkLst>
        </pc:picChg>
        <pc:picChg chg="mod">
          <ac:chgData name="Aarti Mohinani" userId="de791e64-d4be-45f3-956c-1ccc0196e0ab" providerId="ADAL" clId="{5DCCF54E-E3D7-4AE7-AD9D-1E2E7695FB57}" dt="2026-05-16T00:52:17.644" v="37" actId="1076"/>
          <ac:picMkLst>
            <pc:docMk/>
            <pc:sldMk cId="498436743" sldId="257"/>
            <ac:picMk id="37" creationId="{EE9011EF-95ED-9D90-7E90-DDDB25D0F4A7}"/>
          </ac:picMkLst>
        </pc:picChg>
        <pc:picChg chg="mod">
          <ac:chgData name="Aarti Mohinani" userId="de791e64-d4be-45f3-956c-1ccc0196e0ab" providerId="ADAL" clId="{5DCCF54E-E3D7-4AE7-AD9D-1E2E7695FB57}" dt="2026-05-16T01:14:15.691" v="183" actId="1076"/>
          <ac:picMkLst>
            <pc:docMk/>
            <pc:sldMk cId="498436743" sldId="257"/>
            <ac:picMk id="38" creationId="{00000000-0000-0000-0000-000000000000}"/>
          </ac:picMkLst>
        </pc:picChg>
        <pc:picChg chg="mod">
          <ac:chgData name="Aarti Mohinani" userId="de791e64-d4be-45f3-956c-1ccc0196e0ab" providerId="ADAL" clId="{5DCCF54E-E3D7-4AE7-AD9D-1E2E7695FB57}" dt="2026-05-16T00:50:22.099" v="28" actId="1076"/>
          <ac:picMkLst>
            <pc:docMk/>
            <pc:sldMk cId="498436743" sldId="257"/>
            <ac:picMk id="45" creationId="{E8FA8FC3-12EC-1A56-4FA9-5087FB30CD73}"/>
          </ac:picMkLst>
        </pc:picChg>
        <pc:picChg chg="mod">
          <ac:chgData name="Aarti Mohinani" userId="de791e64-d4be-45f3-956c-1ccc0196e0ab" providerId="ADAL" clId="{5DCCF54E-E3D7-4AE7-AD9D-1E2E7695FB57}" dt="2026-05-16T00:52:17.644" v="37" actId="1076"/>
          <ac:picMkLst>
            <pc:docMk/>
            <pc:sldMk cId="498436743" sldId="257"/>
            <ac:picMk id="53" creationId="{30A0B2FE-52D0-4E3C-E2D0-5733216F167B}"/>
          </ac:picMkLst>
        </pc:picChg>
        <pc:picChg chg="mod">
          <ac:chgData name="Aarti Mohinani" userId="de791e64-d4be-45f3-956c-1ccc0196e0ab" providerId="ADAL" clId="{5DCCF54E-E3D7-4AE7-AD9D-1E2E7695FB57}" dt="2026-05-16T00:51:45.956" v="35" actId="1076"/>
          <ac:picMkLst>
            <pc:docMk/>
            <pc:sldMk cId="498436743" sldId="257"/>
            <ac:picMk id="59" creationId="{ED2FB482-AB09-4C65-9531-79C3751C467C}"/>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252723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image" Target="../media/image10.png"/><Relationship Id="rId3" Type="http://schemas.openxmlformats.org/officeDocument/2006/relationships/image" Target="../media/image1.jpeg"/><Relationship Id="rId7" Type="http://schemas.openxmlformats.org/officeDocument/2006/relationships/image" Target="../media/image4.png"/><Relationship Id="rId12" Type="http://schemas.openxmlformats.org/officeDocument/2006/relationships/image" Target="../media/image9.png"/><Relationship Id="rId2" Type="http://schemas.openxmlformats.org/officeDocument/2006/relationships/notesSlide" Target="../notesSlides/notesSlide1.xml"/><Relationship Id="rId16" Type="http://schemas.openxmlformats.org/officeDocument/2006/relationships/image" Target="../media/image13.png"/><Relationship Id="rId1" Type="http://schemas.openxmlformats.org/officeDocument/2006/relationships/slideLayout" Target="../slideLayouts/slideLayout1.xml"/><Relationship Id="rId6" Type="http://schemas.openxmlformats.org/officeDocument/2006/relationships/image" Target="../media/image3.png"/><Relationship Id="rId11" Type="http://schemas.openxmlformats.org/officeDocument/2006/relationships/image" Target="../media/image8.png"/><Relationship Id="rId5" Type="http://schemas.openxmlformats.org/officeDocument/2006/relationships/image" Target="../media/image2.png"/><Relationship Id="rId15" Type="http://schemas.openxmlformats.org/officeDocument/2006/relationships/image" Target="../media/image12.png"/><Relationship Id="rId10" Type="http://schemas.openxmlformats.org/officeDocument/2006/relationships/image" Target="../media/image7.png"/><Relationship Id="rId4" Type="http://schemas.openxmlformats.org/officeDocument/2006/relationships/hyperlink" Target="https://inside.rotman.utoronto.ca/impact/" TargetMode="External"/><Relationship Id="rId9" Type="http://schemas.openxmlformats.org/officeDocument/2006/relationships/image" Target="../media/image6.png"/><Relationship Id="rId1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8" name="Shape 5"/>
          <p:cNvSpPr/>
          <p:nvPr/>
        </p:nvSpPr>
        <p:spPr>
          <a:xfrm>
            <a:off x="4070631" y="0"/>
            <a:ext cx="4053535" cy="6858000"/>
          </a:xfrm>
          <a:prstGeom prst="rect">
            <a:avLst/>
          </a:prstGeom>
          <a:solidFill>
            <a:srgbClr val="243D6E"/>
          </a:solidFill>
          <a:ln w="12700">
            <a:solidFill>
              <a:srgbClr val="243D6E"/>
            </a:solidFill>
            <a:prstDash val="solid"/>
          </a:ln>
        </p:spPr>
        <p:txBody>
          <a:bodyPr/>
          <a:lstStyle/>
          <a:p>
            <a:endParaRPr lang="en-CA">
              <a:latin typeface="Arial" panose="020B0604020202020204" pitchFamily="34" charset="0"/>
              <a:cs typeface="Arial" panose="020B0604020202020204" pitchFamily="34" charset="0"/>
            </a:endParaRPr>
          </a:p>
        </p:txBody>
      </p:sp>
      <p:sp>
        <p:nvSpPr>
          <p:cNvPr id="11" name="Text 8"/>
          <p:cNvSpPr/>
          <p:nvPr/>
        </p:nvSpPr>
        <p:spPr>
          <a:xfrm>
            <a:off x="4207235" y="1478916"/>
            <a:ext cx="3733495" cy="329184"/>
          </a:xfrm>
          <a:prstGeom prst="rect">
            <a:avLst/>
          </a:prstGeom>
          <a:noFill/>
          <a:ln/>
        </p:spPr>
        <p:txBody>
          <a:bodyPr wrap="square" lIns="0" tIns="0" rIns="0" bIns="0" rtlCol="0" anchor="ctr"/>
          <a:lstStyle/>
          <a:p>
            <a:pPr marL="0" indent="0" algn="l">
              <a:buNone/>
            </a:pPr>
            <a:r>
              <a:rPr lang="en-US" sz="1600" b="1" dirty="0">
                <a:solidFill>
                  <a:srgbClr val="FFFFFF"/>
                </a:solidFill>
                <a:latin typeface="Arial" panose="020B0604020202020204" pitchFamily="34" charset="0"/>
                <a:ea typeface="Calibri" pitchFamily="34" charset="-122"/>
                <a:cs typeface="Arial" panose="020B0604020202020204" pitchFamily="34" charset="0"/>
              </a:rPr>
              <a:t>Our Offering</a:t>
            </a:r>
            <a:endParaRPr lang="en-US" sz="1600" dirty="0">
              <a:latin typeface="Arial" panose="020B0604020202020204" pitchFamily="34" charset="0"/>
              <a:cs typeface="Arial" panose="020B0604020202020204" pitchFamily="34" charset="0"/>
            </a:endParaRPr>
          </a:p>
        </p:txBody>
      </p:sp>
      <p:sp>
        <p:nvSpPr>
          <p:cNvPr id="31" name="Shape 28"/>
          <p:cNvSpPr/>
          <p:nvPr/>
        </p:nvSpPr>
        <p:spPr>
          <a:xfrm>
            <a:off x="8132097" y="0"/>
            <a:ext cx="4053535" cy="6858000"/>
          </a:xfrm>
          <a:prstGeom prst="rect">
            <a:avLst/>
          </a:prstGeom>
          <a:solidFill>
            <a:srgbClr val="F0F4F8"/>
          </a:solidFill>
          <a:ln w="12700">
            <a:solidFill>
              <a:srgbClr val="F0F4F8"/>
            </a:solidFill>
            <a:prstDash val="solid"/>
          </a:ln>
        </p:spPr>
        <p:txBody>
          <a:bodyPr/>
          <a:lstStyle/>
          <a:p>
            <a:endParaRPr lang="en-CA" dirty="0">
              <a:latin typeface="Arial" panose="020B0604020202020204" pitchFamily="34" charset="0"/>
              <a:cs typeface="Arial" panose="020B0604020202020204" pitchFamily="34" charset="0"/>
            </a:endParaRPr>
          </a:p>
        </p:txBody>
      </p:sp>
      <p:sp>
        <p:nvSpPr>
          <p:cNvPr id="33" name="Text 29"/>
          <p:cNvSpPr/>
          <p:nvPr/>
        </p:nvSpPr>
        <p:spPr>
          <a:xfrm>
            <a:off x="232270" y="1633067"/>
            <a:ext cx="3676084" cy="2866626"/>
          </a:xfrm>
          <a:prstGeom prst="rect">
            <a:avLst/>
          </a:prstGeom>
          <a:noFill/>
          <a:ln/>
        </p:spPr>
        <p:txBody>
          <a:bodyPr wrap="square" lIns="0" tIns="0" rIns="0" bIns="0" rtlCol="0" anchor="ctr"/>
          <a:lstStyle/>
          <a:p>
            <a:pPr marL="0" indent="0" algn="l">
              <a:lnSpc>
                <a:spcPct val="150000"/>
              </a:lnSpc>
              <a:buNone/>
            </a:pPr>
            <a:r>
              <a:rPr lang="en-US" sz="1400" b="1" dirty="0">
                <a:solidFill>
                  <a:srgbClr val="1D3461"/>
                </a:solidFill>
                <a:latin typeface="Arial" panose="020B0604020202020204" pitchFamily="34" charset="0"/>
                <a:ea typeface="Calibri" pitchFamily="34" charset="-122"/>
                <a:cs typeface="Arial" panose="020B0604020202020204" pitchFamily="34" charset="0"/>
              </a:rPr>
              <a:t>The Impact Advantage</a:t>
            </a:r>
          </a:p>
          <a:p>
            <a:pPr>
              <a:lnSpc>
                <a:spcPct val="150000"/>
              </a:lnSpc>
            </a:pPr>
            <a:r>
              <a:rPr lang="en-US" sz="1200" b="1" dirty="0">
                <a:latin typeface="Arial" panose="020B0604020202020204" pitchFamily="34" charset="0"/>
                <a:cs typeface="Arial" panose="020B0604020202020204" pitchFamily="34" charset="0"/>
              </a:rPr>
              <a:t>✓</a:t>
            </a:r>
            <a:r>
              <a:rPr lang="en-US" sz="1200" dirty="0">
                <a:latin typeface="Arial" panose="020B0604020202020204" pitchFamily="34" charset="0"/>
                <a:cs typeface="Arial" panose="020B0604020202020204" pitchFamily="34" charset="0"/>
              </a:rPr>
              <a:t> Rotman MBA talent &amp; diverse cross-sector expertise </a:t>
            </a:r>
          </a:p>
          <a:p>
            <a:pPr>
              <a:lnSpc>
                <a:spcPct val="150000"/>
              </a:lnSpc>
            </a:pPr>
            <a:r>
              <a:rPr lang="en-US" sz="1200" b="1" dirty="0">
                <a:latin typeface="Arial" panose="020B0604020202020204" pitchFamily="34" charset="0"/>
                <a:cs typeface="Arial" panose="020B0604020202020204" pitchFamily="34" charset="0"/>
              </a:rPr>
              <a:t>✓</a:t>
            </a:r>
            <a:r>
              <a:rPr lang="en-US" sz="1200" dirty="0">
                <a:latin typeface="Arial" panose="020B0604020202020204" pitchFamily="34" charset="0"/>
                <a:cs typeface="Arial" panose="020B0604020202020204" pitchFamily="34" charset="0"/>
              </a:rPr>
              <a:t> Research-backed analysis grounded in your unique context and considerations</a:t>
            </a:r>
          </a:p>
          <a:p>
            <a:pPr>
              <a:lnSpc>
                <a:spcPct val="150000"/>
              </a:lnSpc>
            </a:pPr>
            <a:r>
              <a:rPr lang="en-US" sz="1200" b="1" dirty="0">
                <a:latin typeface="Arial" panose="020B0604020202020204" pitchFamily="34" charset="0"/>
                <a:cs typeface="Arial" panose="020B0604020202020204" pitchFamily="34" charset="0"/>
              </a:rPr>
              <a:t>✓</a:t>
            </a:r>
            <a:r>
              <a:rPr lang="en-US" sz="1200" dirty="0">
                <a:latin typeface="Arial" panose="020B0604020202020204" pitchFamily="34" charset="0"/>
                <a:cs typeface="Arial" panose="020B0604020202020204" pitchFamily="34" charset="0"/>
              </a:rPr>
              <a:t> Structured engagements at competitive rates without compromising on quality </a:t>
            </a:r>
          </a:p>
          <a:p>
            <a:pPr>
              <a:lnSpc>
                <a:spcPct val="150000"/>
              </a:lnSpc>
            </a:pPr>
            <a:r>
              <a:rPr lang="en-US" sz="1200" b="1" dirty="0">
                <a:latin typeface="Arial" panose="020B0604020202020204" pitchFamily="34" charset="0"/>
                <a:cs typeface="Arial" panose="020B0604020202020204" pitchFamily="34" charset="0"/>
              </a:rPr>
              <a:t>✓</a:t>
            </a:r>
            <a:r>
              <a:rPr lang="en-US" sz="1200" dirty="0">
                <a:latin typeface="Arial" panose="020B0604020202020204" pitchFamily="34" charset="0"/>
                <a:cs typeface="Arial" panose="020B0604020202020204" pitchFamily="34" charset="0"/>
              </a:rPr>
              <a:t> Backed by Rotman faculty, industry advisors, and a strong alumni network </a:t>
            </a:r>
          </a:p>
          <a:p>
            <a:pPr>
              <a:lnSpc>
                <a:spcPct val="150000"/>
              </a:lnSpc>
            </a:pPr>
            <a:r>
              <a:rPr lang="en-US" sz="1200" b="1" dirty="0">
                <a:latin typeface="Arial" panose="020B0604020202020204" pitchFamily="34" charset="0"/>
                <a:cs typeface="Arial" panose="020B0604020202020204" pitchFamily="34" charset="0"/>
              </a:rPr>
              <a:t>✓</a:t>
            </a:r>
            <a:r>
              <a:rPr lang="en-US" sz="1200" dirty="0">
                <a:latin typeface="Arial" panose="020B0604020202020204" pitchFamily="34" charset="0"/>
                <a:cs typeface="Arial" panose="020B0604020202020204" pitchFamily="34" charset="0"/>
              </a:rPr>
              <a:t> Fresh perspectives with current academic thinking applied to real business problems</a:t>
            </a:r>
          </a:p>
        </p:txBody>
      </p:sp>
      <p:pic>
        <p:nvPicPr>
          <p:cNvPr id="38" name="Image 2" descr="preencoded.png"/>
          <p:cNvPicPr>
            <a:picLocks noChangeAspect="1"/>
          </p:cNvPicPr>
          <p:nvPr/>
        </p:nvPicPr>
        <p:blipFill>
          <a:blip r:embed="rId3"/>
          <a:srcRect l="2297" t="10070" r="1952" b="2061"/>
          <a:stretch>
            <a:fillRect/>
          </a:stretch>
        </p:blipFill>
        <p:spPr>
          <a:xfrm>
            <a:off x="8371424" y="166680"/>
            <a:ext cx="3574877" cy="2555036"/>
          </a:xfrm>
          <a:prstGeom prst="rect">
            <a:avLst/>
          </a:prstGeom>
        </p:spPr>
      </p:pic>
      <p:grpSp>
        <p:nvGrpSpPr>
          <p:cNvPr id="57" name="Group 56">
            <a:extLst>
              <a:ext uri="{FF2B5EF4-FFF2-40B4-BE49-F238E27FC236}">
                <a16:creationId xmlns:a16="http://schemas.microsoft.com/office/drawing/2014/main" id="{94082771-49D4-0CF5-9CBB-65CE17EEBB90}"/>
              </a:ext>
            </a:extLst>
          </p:cNvPr>
          <p:cNvGrpSpPr/>
          <p:nvPr/>
        </p:nvGrpSpPr>
        <p:grpSpPr>
          <a:xfrm>
            <a:off x="8311488" y="5563668"/>
            <a:ext cx="3797234" cy="1258060"/>
            <a:chOff x="335100" y="234780"/>
            <a:chExt cx="4149159" cy="1158842"/>
          </a:xfrm>
        </p:grpSpPr>
        <p:sp>
          <p:nvSpPr>
            <p:cNvPr id="40" name="Text 12">
              <a:extLst>
                <a:ext uri="{FF2B5EF4-FFF2-40B4-BE49-F238E27FC236}">
                  <a16:creationId xmlns:a16="http://schemas.microsoft.com/office/drawing/2014/main" id="{BBB358CE-45A7-C4C5-1397-784982214D24}"/>
                </a:ext>
              </a:extLst>
            </p:cNvPr>
            <p:cNvSpPr/>
            <p:nvPr/>
          </p:nvSpPr>
          <p:spPr>
            <a:xfrm>
              <a:off x="335100" y="234780"/>
              <a:ext cx="3733495" cy="347472"/>
            </a:xfrm>
            <a:prstGeom prst="rect">
              <a:avLst/>
            </a:prstGeom>
            <a:noFill/>
            <a:ln/>
          </p:spPr>
          <p:txBody>
            <a:bodyPr wrap="square" lIns="0" tIns="0" rIns="0" bIns="0" rtlCol="0" anchor="ctr"/>
            <a:lstStyle/>
            <a:p>
              <a:pPr marL="0" indent="0" algn="l">
                <a:buNone/>
              </a:pPr>
              <a:r>
                <a:rPr lang="en-US" sz="1600" b="1" dirty="0">
                  <a:solidFill>
                    <a:srgbClr val="1D3461"/>
                  </a:solidFill>
                  <a:latin typeface="Arial" panose="020B0604020202020204" pitchFamily="34" charset="0"/>
                  <a:ea typeface="Calibri" pitchFamily="34" charset="-122"/>
                  <a:cs typeface="Arial" panose="020B0604020202020204" pitchFamily="34" charset="0"/>
                </a:rPr>
                <a:t>Contact Us</a:t>
              </a:r>
              <a:endParaRPr lang="en-US" sz="1600" dirty="0">
                <a:latin typeface="Arial" panose="020B0604020202020204" pitchFamily="34" charset="0"/>
                <a:cs typeface="Arial" panose="020B0604020202020204" pitchFamily="34" charset="0"/>
              </a:endParaRPr>
            </a:p>
          </p:txBody>
        </p:sp>
        <p:sp>
          <p:nvSpPr>
            <p:cNvPr id="42" name="Text 14">
              <a:extLst>
                <a:ext uri="{FF2B5EF4-FFF2-40B4-BE49-F238E27FC236}">
                  <a16:creationId xmlns:a16="http://schemas.microsoft.com/office/drawing/2014/main" id="{7F474ECE-B78E-10DF-90B4-84C4A4832422}"/>
                </a:ext>
              </a:extLst>
            </p:cNvPr>
            <p:cNvSpPr/>
            <p:nvPr/>
          </p:nvSpPr>
          <p:spPr>
            <a:xfrm>
              <a:off x="335100" y="594189"/>
              <a:ext cx="347472" cy="347472"/>
            </a:xfrm>
            <a:prstGeom prst="rect">
              <a:avLst/>
            </a:prstGeom>
            <a:noFill/>
            <a:ln/>
          </p:spPr>
          <p:txBody>
            <a:bodyPr wrap="square" lIns="0" tIns="0" rIns="0" bIns="0" rtlCol="0" anchor="ctr"/>
            <a:lstStyle/>
            <a:p>
              <a:pPr marL="0" indent="0" algn="ctr">
                <a:buNone/>
              </a:pPr>
              <a:r>
                <a:rPr lang="en-US" sz="1400" dirty="0">
                  <a:solidFill>
                    <a:srgbClr val="000000"/>
                  </a:solidFill>
                  <a:latin typeface="Arial" panose="020B0604020202020204" pitchFamily="34" charset="0"/>
                  <a:cs typeface="Arial" panose="020B0604020202020204" pitchFamily="34" charset="0"/>
                </a:rPr>
                <a:t>📞</a:t>
              </a:r>
              <a:endParaRPr lang="en-US" sz="1400" dirty="0">
                <a:latin typeface="Arial" panose="020B0604020202020204" pitchFamily="34" charset="0"/>
                <a:cs typeface="Arial" panose="020B0604020202020204" pitchFamily="34" charset="0"/>
              </a:endParaRPr>
            </a:p>
          </p:txBody>
        </p:sp>
        <p:sp>
          <p:nvSpPr>
            <p:cNvPr id="44" name="Text 15">
              <a:extLst>
                <a:ext uri="{FF2B5EF4-FFF2-40B4-BE49-F238E27FC236}">
                  <a16:creationId xmlns:a16="http://schemas.microsoft.com/office/drawing/2014/main" id="{9410A71D-7519-37C0-C1D1-DE7A96965237}"/>
                </a:ext>
              </a:extLst>
            </p:cNvPr>
            <p:cNvSpPr/>
            <p:nvPr/>
          </p:nvSpPr>
          <p:spPr>
            <a:xfrm>
              <a:off x="755724" y="687220"/>
              <a:ext cx="3276295" cy="347472"/>
            </a:xfrm>
            <a:prstGeom prst="rect">
              <a:avLst/>
            </a:prstGeom>
            <a:noFill/>
            <a:ln/>
          </p:spPr>
          <p:txBody>
            <a:bodyPr wrap="square" lIns="0" tIns="0" rIns="0" bIns="0" rtlCol="0" anchor="t"/>
            <a:lstStyle/>
            <a:p>
              <a:pPr marL="0" indent="0" algn="l">
                <a:buNone/>
              </a:pPr>
              <a:r>
                <a:rPr lang="en-US" sz="900">
                  <a:solidFill>
                    <a:srgbClr val="4A5568"/>
                  </a:solidFill>
                  <a:latin typeface="Arial" panose="020B0604020202020204" pitchFamily="34" charset="0"/>
                  <a:ea typeface="Calibri" pitchFamily="34" charset="-122"/>
                  <a:cs typeface="Arial" panose="020B0604020202020204" pitchFamily="34" charset="0"/>
                </a:rPr>
                <a:t>+1 437-8293707</a:t>
              </a:r>
              <a:endParaRPr lang="en-US" sz="900">
                <a:latin typeface="Arial" panose="020B0604020202020204" pitchFamily="34" charset="0"/>
                <a:cs typeface="Arial" panose="020B0604020202020204" pitchFamily="34" charset="0"/>
              </a:endParaRPr>
            </a:p>
          </p:txBody>
        </p:sp>
        <p:sp>
          <p:nvSpPr>
            <p:cNvPr id="46" name="Text 17">
              <a:extLst>
                <a:ext uri="{FF2B5EF4-FFF2-40B4-BE49-F238E27FC236}">
                  <a16:creationId xmlns:a16="http://schemas.microsoft.com/office/drawing/2014/main" id="{EED9B15B-5CA5-28E1-D579-3A8D86D90A44}"/>
                </a:ext>
              </a:extLst>
            </p:cNvPr>
            <p:cNvSpPr/>
            <p:nvPr/>
          </p:nvSpPr>
          <p:spPr>
            <a:xfrm>
              <a:off x="353999" y="941038"/>
              <a:ext cx="347473" cy="347472"/>
            </a:xfrm>
            <a:prstGeom prst="rect">
              <a:avLst/>
            </a:prstGeom>
            <a:noFill/>
            <a:ln/>
          </p:spPr>
          <p:txBody>
            <a:bodyPr wrap="square" lIns="0" tIns="0" rIns="0" bIns="0" rtlCol="0" anchor="ctr"/>
            <a:lstStyle/>
            <a:p>
              <a:pPr marL="0" indent="0" algn="ctr">
                <a:buNone/>
              </a:pPr>
              <a:r>
                <a:rPr lang="en-US" sz="1400" dirty="0">
                  <a:solidFill>
                    <a:srgbClr val="000000"/>
                  </a:solidFill>
                  <a:latin typeface="Arial" panose="020B0604020202020204" pitchFamily="34" charset="0"/>
                  <a:cs typeface="Arial" panose="020B0604020202020204" pitchFamily="34" charset="0"/>
                </a:rPr>
                <a:t>✉</a:t>
              </a:r>
              <a:endParaRPr lang="en-US" sz="1400" dirty="0">
                <a:latin typeface="Arial" panose="020B0604020202020204" pitchFamily="34" charset="0"/>
                <a:cs typeface="Arial" panose="020B0604020202020204" pitchFamily="34" charset="0"/>
              </a:endParaRPr>
            </a:p>
          </p:txBody>
        </p:sp>
        <p:sp>
          <p:nvSpPr>
            <p:cNvPr id="48" name="Text 18">
              <a:extLst>
                <a:ext uri="{FF2B5EF4-FFF2-40B4-BE49-F238E27FC236}">
                  <a16:creationId xmlns:a16="http://schemas.microsoft.com/office/drawing/2014/main" id="{7FE447AB-058F-3163-62F0-B2030FB42DE3}"/>
                </a:ext>
              </a:extLst>
            </p:cNvPr>
            <p:cNvSpPr/>
            <p:nvPr/>
          </p:nvSpPr>
          <p:spPr>
            <a:xfrm>
              <a:off x="754839" y="1046150"/>
              <a:ext cx="1547636" cy="347472"/>
            </a:xfrm>
            <a:prstGeom prst="rect">
              <a:avLst/>
            </a:prstGeom>
            <a:noFill/>
            <a:ln/>
          </p:spPr>
          <p:txBody>
            <a:bodyPr wrap="square" lIns="0" tIns="0" rIns="0" bIns="0" rtlCol="0" anchor="t"/>
            <a:lstStyle/>
            <a:p>
              <a:pPr marL="0" indent="0" algn="l">
                <a:buNone/>
              </a:pPr>
              <a:r>
                <a:rPr lang="en-US" sz="900" dirty="0">
                  <a:solidFill>
                    <a:srgbClr val="4A5568"/>
                  </a:solidFill>
                  <a:latin typeface="Arial" panose="020B0604020202020204" pitchFamily="34" charset="0"/>
                  <a:ea typeface="Calibri" pitchFamily="34" charset="-122"/>
                  <a:cs typeface="Arial" panose="020B0604020202020204" pitchFamily="34" charset="0"/>
                </a:rPr>
                <a:t>impact@rotman.utoronto.ca</a:t>
              </a:r>
              <a:endParaRPr lang="en-US" sz="900" dirty="0">
                <a:latin typeface="Arial" panose="020B0604020202020204" pitchFamily="34" charset="0"/>
                <a:cs typeface="Arial" panose="020B0604020202020204" pitchFamily="34" charset="0"/>
              </a:endParaRPr>
            </a:p>
          </p:txBody>
        </p:sp>
        <p:sp>
          <p:nvSpPr>
            <p:cNvPr id="50" name="Text 20">
              <a:extLst>
                <a:ext uri="{FF2B5EF4-FFF2-40B4-BE49-F238E27FC236}">
                  <a16:creationId xmlns:a16="http://schemas.microsoft.com/office/drawing/2014/main" id="{DA90C85B-6678-BBAE-8B26-1983814DAB23}"/>
                </a:ext>
              </a:extLst>
            </p:cNvPr>
            <p:cNvSpPr/>
            <p:nvPr/>
          </p:nvSpPr>
          <p:spPr>
            <a:xfrm>
              <a:off x="2303360" y="552432"/>
              <a:ext cx="347472" cy="347472"/>
            </a:xfrm>
            <a:prstGeom prst="rect">
              <a:avLst/>
            </a:prstGeom>
            <a:noFill/>
            <a:ln/>
          </p:spPr>
          <p:txBody>
            <a:bodyPr wrap="square" lIns="0" tIns="0" rIns="0" bIns="0" rtlCol="0" anchor="ctr"/>
            <a:lstStyle/>
            <a:p>
              <a:pPr marL="0" indent="0" algn="ctr">
                <a:buNone/>
              </a:pPr>
              <a:r>
                <a:rPr lang="en-US" sz="1400" dirty="0">
                  <a:solidFill>
                    <a:srgbClr val="000000"/>
                  </a:solidFill>
                  <a:latin typeface="Arial" panose="020B0604020202020204" pitchFamily="34" charset="0"/>
                  <a:cs typeface="Arial" panose="020B0604020202020204" pitchFamily="34" charset="0"/>
                </a:rPr>
                <a:t>🌐</a:t>
              </a:r>
              <a:endParaRPr lang="en-US" sz="1400" dirty="0">
                <a:latin typeface="Arial" panose="020B0604020202020204" pitchFamily="34" charset="0"/>
                <a:cs typeface="Arial" panose="020B0604020202020204" pitchFamily="34" charset="0"/>
              </a:endParaRPr>
            </a:p>
          </p:txBody>
        </p:sp>
        <p:sp>
          <p:nvSpPr>
            <p:cNvPr id="52" name="Text 21">
              <a:extLst>
                <a:ext uri="{FF2B5EF4-FFF2-40B4-BE49-F238E27FC236}">
                  <a16:creationId xmlns:a16="http://schemas.microsoft.com/office/drawing/2014/main" id="{FF0A877F-2BE1-E408-F45B-857A4A570118}"/>
                </a:ext>
              </a:extLst>
            </p:cNvPr>
            <p:cNvSpPr/>
            <p:nvPr/>
          </p:nvSpPr>
          <p:spPr>
            <a:xfrm>
              <a:off x="2717750" y="650695"/>
              <a:ext cx="1655378" cy="199985"/>
            </a:xfrm>
            <a:prstGeom prst="rect">
              <a:avLst/>
            </a:prstGeom>
            <a:noFill/>
            <a:ln/>
          </p:spPr>
          <p:txBody>
            <a:bodyPr wrap="square" lIns="0" tIns="0" rIns="0" bIns="0" rtlCol="0" anchor="t"/>
            <a:lstStyle/>
            <a:p>
              <a:pPr marL="0" indent="0" algn="l">
                <a:buNone/>
              </a:pPr>
              <a:r>
                <a:rPr lang="en-US" sz="900" dirty="0">
                  <a:solidFill>
                    <a:srgbClr val="4A5568"/>
                  </a:solidFill>
                  <a:latin typeface="Arial" panose="020B0604020202020204" pitchFamily="34" charset="0"/>
                  <a:ea typeface="Calibri" pitchFamily="34" charset="-122"/>
                  <a:cs typeface="Arial" panose="020B0604020202020204" pitchFamily="34" charset="0"/>
                  <a:hlinkClick r:id="rId4"/>
                </a:rPr>
                <a:t>www.ImpactConsultingGroup.ca</a:t>
              </a:r>
              <a:endParaRPr lang="en-US" sz="900" dirty="0">
                <a:latin typeface="Arial" panose="020B0604020202020204" pitchFamily="34" charset="0"/>
                <a:cs typeface="Arial" panose="020B0604020202020204" pitchFamily="34" charset="0"/>
              </a:endParaRPr>
            </a:p>
          </p:txBody>
        </p:sp>
        <p:sp>
          <p:nvSpPr>
            <p:cNvPr id="54" name="Text 23">
              <a:extLst>
                <a:ext uri="{FF2B5EF4-FFF2-40B4-BE49-F238E27FC236}">
                  <a16:creationId xmlns:a16="http://schemas.microsoft.com/office/drawing/2014/main" id="{509FF4FD-B6FD-33DA-1CC8-200E514D1E76}"/>
                </a:ext>
              </a:extLst>
            </p:cNvPr>
            <p:cNvSpPr/>
            <p:nvPr/>
          </p:nvSpPr>
          <p:spPr>
            <a:xfrm>
              <a:off x="2310888" y="911420"/>
              <a:ext cx="347472" cy="347472"/>
            </a:xfrm>
            <a:prstGeom prst="rect">
              <a:avLst/>
            </a:prstGeom>
            <a:noFill/>
            <a:ln/>
          </p:spPr>
          <p:txBody>
            <a:bodyPr wrap="square" lIns="0" tIns="0" rIns="0" bIns="0" rtlCol="0" anchor="ctr"/>
            <a:lstStyle/>
            <a:p>
              <a:pPr marL="0" indent="0" algn="ctr">
                <a:buNone/>
              </a:pPr>
              <a:r>
                <a:rPr lang="en-US" sz="1400" dirty="0">
                  <a:solidFill>
                    <a:srgbClr val="000000"/>
                  </a:solidFill>
                  <a:latin typeface="Arial" panose="020B0604020202020204" pitchFamily="34" charset="0"/>
                  <a:cs typeface="Arial" panose="020B0604020202020204" pitchFamily="34" charset="0"/>
                </a:rPr>
                <a:t>📍</a:t>
              </a:r>
              <a:endParaRPr lang="en-US" sz="1400" dirty="0">
                <a:latin typeface="Arial" panose="020B0604020202020204" pitchFamily="34" charset="0"/>
                <a:cs typeface="Arial" panose="020B0604020202020204" pitchFamily="34" charset="0"/>
              </a:endParaRPr>
            </a:p>
          </p:txBody>
        </p:sp>
        <p:sp>
          <p:nvSpPr>
            <p:cNvPr id="56" name="Text 24">
              <a:extLst>
                <a:ext uri="{FF2B5EF4-FFF2-40B4-BE49-F238E27FC236}">
                  <a16:creationId xmlns:a16="http://schemas.microsoft.com/office/drawing/2014/main" id="{29DCC8D9-7195-29E8-0D19-BBBF9E5D56AF}"/>
                </a:ext>
              </a:extLst>
            </p:cNvPr>
            <p:cNvSpPr/>
            <p:nvPr/>
          </p:nvSpPr>
          <p:spPr>
            <a:xfrm>
              <a:off x="2731512" y="947996"/>
              <a:ext cx="1752747" cy="236858"/>
            </a:xfrm>
            <a:prstGeom prst="rect">
              <a:avLst/>
            </a:prstGeom>
            <a:noFill/>
            <a:ln/>
          </p:spPr>
          <p:txBody>
            <a:bodyPr wrap="square" lIns="0" tIns="0" rIns="0" bIns="0" rtlCol="0" anchor="t"/>
            <a:lstStyle/>
            <a:p>
              <a:pPr marL="0" indent="0" algn="l">
                <a:buNone/>
              </a:pPr>
              <a:r>
                <a:rPr lang="en-US" sz="900" dirty="0">
                  <a:solidFill>
                    <a:srgbClr val="4A5568"/>
                  </a:solidFill>
                  <a:latin typeface="Arial" panose="020B0604020202020204" pitchFamily="34" charset="0"/>
                  <a:ea typeface="Calibri" pitchFamily="34" charset="-122"/>
                  <a:cs typeface="Arial" panose="020B0604020202020204" pitchFamily="34" charset="0"/>
                </a:rPr>
                <a:t>105 St. George Street, Suite 3092</a:t>
              </a:r>
              <a:endParaRPr lang="en-US" sz="900" dirty="0">
                <a:latin typeface="Arial" panose="020B0604020202020204" pitchFamily="34" charset="0"/>
                <a:cs typeface="Arial" panose="020B0604020202020204" pitchFamily="34" charset="0"/>
              </a:endParaRPr>
            </a:p>
            <a:p>
              <a:pPr marL="0" indent="0" algn="l">
                <a:buNone/>
              </a:pPr>
              <a:r>
                <a:rPr lang="en-US" sz="900" dirty="0">
                  <a:solidFill>
                    <a:srgbClr val="4A5568"/>
                  </a:solidFill>
                  <a:latin typeface="Arial" panose="020B0604020202020204" pitchFamily="34" charset="0"/>
                  <a:ea typeface="Calibri" pitchFamily="34" charset="-122"/>
                  <a:cs typeface="Arial" panose="020B0604020202020204" pitchFamily="34" charset="0"/>
                </a:rPr>
                <a:t>Toronto, Ontario M5S 3E6</a:t>
              </a:r>
              <a:endParaRPr lang="en-US" sz="900" dirty="0">
                <a:latin typeface="Arial" panose="020B0604020202020204" pitchFamily="34" charset="0"/>
                <a:cs typeface="Arial" panose="020B0604020202020204" pitchFamily="34" charset="0"/>
              </a:endParaRPr>
            </a:p>
          </p:txBody>
        </p:sp>
      </p:grpSp>
      <p:grpSp>
        <p:nvGrpSpPr>
          <p:cNvPr id="3" name="Group 2">
            <a:extLst>
              <a:ext uri="{FF2B5EF4-FFF2-40B4-BE49-F238E27FC236}">
                <a16:creationId xmlns:a16="http://schemas.microsoft.com/office/drawing/2014/main" id="{539AF85E-7F75-EFAA-DA13-91FEDF29796D}"/>
              </a:ext>
            </a:extLst>
          </p:cNvPr>
          <p:cNvGrpSpPr/>
          <p:nvPr/>
        </p:nvGrpSpPr>
        <p:grpSpPr>
          <a:xfrm>
            <a:off x="4236218" y="1775572"/>
            <a:ext cx="3767102" cy="5082428"/>
            <a:chOff x="4251775" y="955818"/>
            <a:chExt cx="4039694" cy="5514580"/>
          </a:xfrm>
        </p:grpSpPr>
        <p:grpSp>
          <p:nvGrpSpPr>
            <p:cNvPr id="2" name="Group 1">
              <a:extLst>
                <a:ext uri="{FF2B5EF4-FFF2-40B4-BE49-F238E27FC236}">
                  <a16:creationId xmlns:a16="http://schemas.microsoft.com/office/drawing/2014/main" id="{94517172-1751-C4D7-18F1-57469B4B52EF}"/>
                </a:ext>
              </a:extLst>
            </p:cNvPr>
            <p:cNvGrpSpPr/>
            <p:nvPr/>
          </p:nvGrpSpPr>
          <p:grpSpPr>
            <a:xfrm>
              <a:off x="4251775" y="955818"/>
              <a:ext cx="4039694" cy="5514580"/>
              <a:chOff x="4233825" y="1437067"/>
              <a:chExt cx="2211712" cy="3330488"/>
            </a:xfrm>
          </p:grpSpPr>
          <p:sp>
            <p:nvSpPr>
              <p:cNvPr id="14" name="Text 11"/>
              <p:cNvSpPr/>
              <p:nvPr/>
            </p:nvSpPr>
            <p:spPr>
              <a:xfrm>
                <a:off x="4265141" y="1498614"/>
                <a:ext cx="347472" cy="347472"/>
              </a:xfrm>
              <a:prstGeom prst="rect">
                <a:avLst/>
              </a:prstGeom>
              <a:noFill/>
              <a:ln/>
            </p:spPr>
            <p:txBody>
              <a:bodyPr wrap="square" lIns="0" tIns="0" rIns="0" bIns="0" rtlCol="0" anchor="ctr"/>
              <a:lstStyle/>
              <a:p>
                <a:pPr marL="0" indent="0" algn="ctr">
                  <a:buNone/>
                </a:pPr>
                <a:endParaRPr lang="en-US" sz="3200">
                  <a:latin typeface="Arial" panose="020B0604020202020204" pitchFamily="34" charset="0"/>
                  <a:cs typeface="Arial" panose="020B0604020202020204" pitchFamily="34" charset="0"/>
                </a:endParaRPr>
              </a:p>
            </p:txBody>
          </p:sp>
          <p:sp>
            <p:nvSpPr>
              <p:cNvPr id="15" name="Text 12"/>
              <p:cNvSpPr/>
              <p:nvPr/>
            </p:nvSpPr>
            <p:spPr>
              <a:xfrm>
                <a:off x="4663824" y="1613748"/>
                <a:ext cx="431113" cy="274320"/>
              </a:xfrm>
              <a:prstGeom prst="rect">
                <a:avLst/>
              </a:prstGeom>
              <a:noFill/>
              <a:ln/>
            </p:spPr>
            <p:txBody>
              <a:bodyPr wrap="square" lIns="0" tIns="0" rIns="0" bIns="0" rtlCol="0" anchor="ctr"/>
              <a:lstStyle/>
              <a:p>
                <a:pPr marL="0" indent="0" algn="l">
                  <a:buNone/>
                </a:pPr>
                <a:r>
                  <a:rPr lang="en-US" sz="1100" i="1" dirty="0">
                    <a:solidFill>
                      <a:srgbClr val="A0B4D0"/>
                    </a:solidFill>
                    <a:latin typeface="Arial" panose="020B0604020202020204" pitchFamily="34" charset="0"/>
                    <a:ea typeface="Calibri" pitchFamily="34" charset="-122"/>
                    <a:cs typeface="Arial" panose="020B0604020202020204" pitchFamily="34" charset="0"/>
                  </a:rPr>
                  <a:t>Strategy</a:t>
                </a:r>
                <a:endParaRPr lang="en-US" sz="1100" dirty="0">
                  <a:latin typeface="Arial" panose="020B0604020202020204" pitchFamily="34" charset="0"/>
                  <a:cs typeface="Arial" panose="020B0604020202020204" pitchFamily="34" charset="0"/>
                </a:endParaRPr>
              </a:p>
            </p:txBody>
          </p:sp>
          <p:sp>
            <p:nvSpPr>
              <p:cNvPr id="16" name="Text 13"/>
              <p:cNvSpPr/>
              <p:nvPr/>
            </p:nvSpPr>
            <p:spPr>
              <a:xfrm>
                <a:off x="5127577" y="1437067"/>
                <a:ext cx="1298579" cy="599613"/>
              </a:xfrm>
              <a:prstGeom prst="rect">
                <a:avLst/>
              </a:prstGeom>
              <a:noFill/>
              <a:ln/>
            </p:spPr>
            <p:txBody>
              <a:bodyPr wrap="square" lIns="0" tIns="0" rIns="0" bIns="0" rtlCol="0" anchor="t"/>
              <a:lstStyle/>
              <a:p>
                <a:pPr algn="l">
                  <a:buSzPct val="100000"/>
                </a:pPr>
                <a:r>
                  <a:rPr lang="en-US" sz="1100" dirty="0">
                    <a:solidFill>
                      <a:srgbClr val="D0D8E8"/>
                    </a:solidFill>
                    <a:latin typeface="Arial" panose="020B0604020202020204" pitchFamily="34" charset="0"/>
                    <a:ea typeface="+mn-lt"/>
                    <a:cs typeface="Arial" panose="020B0604020202020204" pitchFamily="34" charset="0"/>
                  </a:rPr>
                  <a:t>•</a:t>
                </a:r>
                <a:r>
                  <a:rPr lang="en-US" sz="1100" dirty="0">
                    <a:solidFill>
                      <a:srgbClr val="DCE8F5"/>
                    </a:solidFill>
                    <a:latin typeface="Arial" panose="020B0604020202020204" pitchFamily="34" charset="0"/>
                    <a:ea typeface="Calibri"/>
                    <a:cs typeface="Arial" panose="020B0604020202020204" pitchFamily="34" charset="0"/>
                  </a:rPr>
                  <a:t>Strategic Planning</a:t>
                </a:r>
                <a:endParaRPr lang="en-US" sz="1100" dirty="0">
                  <a:latin typeface="Arial" panose="020B0604020202020204" pitchFamily="34" charset="0"/>
                  <a:cs typeface="Arial" panose="020B0604020202020204" pitchFamily="34" charset="0"/>
                </a:endParaRPr>
              </a:p>
              <a:p>
                <a:pPr algn="l">
                  <a:buSzPct val="100000"/>
                </a:pPr>
                <a:r>
                  <a:rPr lang="en-US" sz="1100" dirty="0">
                    <a:solidFill>
                      <a:srgbClr val="D0D8E8"/>
                    </a:solidFill>
                    <a:latin typeface="Arial" panose="020B0604020202020204" pitchFamily="34" charset="0"/>
                    <a:ea typeface="+mn-lt"/>
                    <a:cs typeface="Arial" panose="020B0604020202020204" pitchFamily="34" charset="0"/>
                  </a:rPr>
                  <a:t>•</a:t>
                </a:r>
                <a:r>
                  <a:rPr lang="en-US" sz="1100" dirty="0">
                    <a:solidFill>
                      <a:srgbClr val="DCE8F5"/>
                    </a:solidFill>
                    <a:latin typeface="Arial" panose="020B0604020202020204" pitchFamily="34" charset="0"/>
                    <a:ea typeface="Calibri"/>
                    <a:cs typeface="Arial" panose="020B0604020202020204" pitchFamily="34" charset="0"/>
                  </a:rPr>
                  <a:t>Scenario Modelling &amp; Analysis</a:t>
                </a:r>
              </a:p>
              <a:p>
                <a:pPr>
                  <a:buSzPct val="100000"/>
                </a:pPr>
                <a:r>
                  <a:rPr lang="en-US" sz="1100" dirty="0">
                    <a:solidFill>
                      <a:srgbClr val="D0D8E8"/>
                    </a:solidFill>
                    <a:latin typeface="Arial" panose="020B0604020202020204" pitchFamily="34" charset="0"/>
                    <a:ea typeface="+mn-lt"/>
                    <a:cs typeface="Arial" panose="020B0604020202020204" pitchFamily="34" charset="0"/>
                  </a:rPr>
                  <a:t>•</a:t>
                </a:r>
                <a:r>
                  <a:rPr lang="en-US" sz="1100" dirty="0">
                    <a:solidFill>
                      <a:srgbClr val="DCE8F5"/>
                    </a:solidFill>
                    <a:latin typeface="Arial" panose="020B0604020202020204" pitchFamily="34" charset="0"/>
                    <a:ea typeface="Calibri"/>
                    <a:cs typeface="Arial" panose="020B0604020202020204" pitchFamily="34" charset="0"/>
                  </a:rPr>
                  <a:t>ESG Strategies</a:t>
                </a:r>
              </a:p>
              <a:p>
                <a:pPr>
                  <a:buSzPct val="100000"/>
                </a:pPr>
                <a:r>
                  <a:rPr lang="en-US" sz="1100" dirty="0">
                    <a:solidFill>
                      <a:srgbClr val="D0D8E8"/>
                    </a:solidFill>
                    <a:latin typeface="Arial" panose="020B0604020202020204" pitchFamily="34" charset="0"/>
                    <a:ea typeface="+mn-lt"/>
                    <a:cs typeface="Arial" panose="020B0604020202020204" pitchFamily="34" charset="0"/>
                  </a:rPr>
                  <a:t>•</a:t>
                </a:r>
                <a:r>
                  <a:rPr lang="en-US" sz="1100" dirty="0">
                    <a:solidFill>
                      <a:srgbClr val="DCE8F5"/>
                    </a:solidFill>
                    <a:latin typeface="Arial" panose="020B0604020202020204" pitchFamily="34" charset="0"/>
                    <a:ea typeface="Calibri"/>
                    <a:cs typeface="Arial" panose="020B0604020202020204" pitchFamily="34" charset="0"/>
                  </a:rPr>
                  <a:t>Growth Roadmap</a:t>
                </a:r>
                <a:endParaRPr lang="en-US" sz="1100" dirty="0">
                  <a:latin typeface="Arial" panose="020B0604020202020204" pitchFamily="34" charset="0"/>
                  <a:ea typeface="Calibri" panose="020F0502020204030204"/>
                  <a:cs typeface="Arial" panose="020B0604020202020204" pitchFamily="34" charset="0"/>
                </a:endParaRPr>
              </a:p>
              <a:p>
                <a:pPr>
                  <a:buSzPct val="100000"/>
                </a:pPr>
                <a:r>
                  <a:rPr lang="en-US" sz="1100" dirty="0">
                    <a:solidFill>
                      <a:srgbClr val="D0D8E8"/>
                    </a:solidFill>
                    <a:latin typeface="Arial" panose="020B0604020202020204" pitchFamily="34" charset="0"/>
                    <a:ea typeface="+mn-lt"/>
                    <a:cs typeface="Arial" panose="020B0604020202020204" pitchFamily="34" charset="0"/>
                  </a:rPr>
                  <a:t>•</a:t>
                </a:r>
                <a:r>
                  <a:rPr lang="en-US" sz="1100" dirty="0">
                    <a:solidFill>
                      <a:srgbClr val="DCE8F5"/>
                    </a:solidFill>
                    <a:latin typeface="Arial" panose="020B0604020202020204" pitchFamily="34" charset="0"/>
                    <a:ea typeface="Calibri"/>
                    <a:cs typeface="Arial" panose="020B0604020202020204" pitchFamily="34" charset="0"/>
                  </a:rPr>
                  <a:t>Business Model Review</a:t>
                </a:r>
                <a:endParaRPr lang="en-US" sz="1100" dirty="0">
                  <a:latin typeface="Arial" panose="020B0604020202020204" pitchFamily="34" charset="0"/>
                  <a:ea typeface="Calibri" panose="020F0502020204030204"/>
                  <a:cs typeface="Arial" panose="020B0604020202020204" pitchFamily="34" charset="0"/>
                </a:endParaRPr>
              </a:p>
              <a:p>
                <a:pPr marL="342900" indent="-342900" algn="l">
                  <a:buSzPct val="100000"/>
                  <a:buChar char="•"/>
                </a:pPr>
                <a:endParaRPr lang="en-US" sz="1100" dirty="0">
                  <a:solidFill>
                    <a:srgbClr val="D0D8E8"/>
                  </a:solidFill>
                  <a:latin typeface="Arial" panose="020B0604020202020204" pitchFamily="34" charset="0"/>
                  <a:ea typeface="Calibri"/>
                  <a:cs typeface="Arial" panose="020B0604020202020204" pitchFamily="34" charset="0"/>
                </a:endParaRPr>
              </a:p>
            </p:txBody>
          </p:sp>
          <p:sp>
            <p:nvSpPr>
              <p:cNvPr id="19" name="Text 16"/>
              <p:cNvSpPr/>
              <p:nvPr/>
            </p:nvSpPr>
            <p:spPr>
              <a:xfrm>
                <a:off x="4630170" y="2304161"/>
                <a:ext cx="432621" cy="208128"/>
              </a:xfrm>
              <a:prstGeom prst="rect">
                <a:avLst/>
              </a:prstGeom>
              <a:noFill/>
              <a:ln/>
            </p:spPr>
            <p:txBody>
              <a:bodyPr wrap="square" lIns="0" tIns="0" rIns="0" bIns="0" rtlCol="0" anchor="ctr"/>
              <a:lstStyle/>
              <a:p>
                <a:pPr marL="0" indent="0" algn="l">
                  <a:buNone/>
                </a:pPr>
                <a:r>
                  <a:rPr lang="en-US" sz="1100" i="1" dirty="0">
                    <a:solidFill>
                      <a:srgbClr val="A0B4D0"/>
                    </a:solidFill>
                    <a:latin typeface="Arial" panose="020B0604020202020204" pitchFamily="34" charset="0"/>
                    <a:ea typeface="Calibri"/>
                    <a:cs typeface="Arial" panose="020B0604020202020204" pitchFamily="34" charset="0"/>
                  </a:rPr>
                  <a:t>Operations</a:t>
                </a:r>
                <a:endParaRPr lang="en-US" sz="1100" dirty="0">
                  <a:latin typeface="Arial" panose="020B0604020202020204" pitchFamily="34" charset="0"/>
                  <a:cs typeface="Arial" panose="020B0604020202020204" pitchFamily="34" charset="0"/>
                </a:endParaRPr>
              </a:p>
            </p:txBody>
          </p:sp>
          <p:sp>
            <p:nvSpPr>
              <p:cNvPr id="20" name="Text 17"/>
              <p:cNvSpPr/>
              <p:nvPr/>
            </p:nvSpPr>
            <p:spPr>
              <a:xfrm>
                <a:off x="5127578" y="2143537"/>
                <a:ext cx="1254995" cy="644948"/>
              </a:xfrm>
              <a:prstGeom prst="rect">
                <a:avLst/>
              </a:prstGeom>
              <a:noFill/>
              <a:ln/>
            </p:spPr>
            <p:txBody>
              <a:bodyPr wrap="square" lIns="0" tIns="0" rIns="0" bIns="0" rtlCol="0" anchor="t"/>
              <a:lstStyle/>
              <a:p>
                <a:pPr algn="l">
                  <a:buSzPct val="100000"/>
                </a:pPr>
                <a:r>
                  <a:rPr lang="en-US" sz="1100" dirty="0">
                    <a:solidFill>
                      <a:srgbClr val="D0D8E8"/>
                    </a:solidFill>
                    <a:latin typeface="Arial" panose="020B0604020202020204" pitchFamily="34" charset="0"/>
                    <a:ea typeface="+mn-lt"/>
                    <a:cs typeface="Arial" panose="020B0604020202020204" pitchFamily="34" charset="0"/>
                  </a:rPr>
                  <a:t>•</a:t>
                </a:r>
                <a:r>
                  <a:rPr lang="en-US" sz="1100" dirty="0">
                    <a:solidFill>
                      <a:srgbClr val="DCE8F5"/>
                    </a:solidFill>
                    <a:latin typeface="Arial" panose="020B0604020202020204" pitchFamily="34" charset="0"/>
                    <a:ea typeface="Calibri"/>
                    <a:cs typeface="Arial" panose="020B0604020202020204" pitchFamily="34" charset="0"/>
                  </a:rPr>
                  <a:t>Process Mapping &amp; Controls</a:t>
                </a:r>
                <a:endParaRPr lang="en-US" sz="1100" dirty="0">
                  <a:latin typeface="Arial" panose="020B0604020202020204" pitchFamily="34" charset="0"/>
                  <a:cs typeface="Arial" panose="020B0604020202020204" pitchFamily="34" charset="0"/>
                </a:endParaRPr>
              </a:p>
              <a:p>
                <a:pPr>
                  <a:buSzPct val="100000"/>
                </a:pPr>
                <a:r>
                  <a:rPr lang="en-US" sz="1100" dirty="0">
                    <a:solidFill>
                      <a:srgbClr val="D0D8E8"/>
                    </a:solidFill>
                    <a:latin typeface="Arial" panose="020B0604020202020204" pitchFamily="34" charset="0"/>
                    <a:ea typeface="+mn-lt"/>
                    <a:cs typeface="Arial" panose="020B0604020202020204" pitchFamily="34" charset="0"/>
                  </a:rPr>
                  <a:t>•</a:t>
                </a:r>
                <a:r>
                  <a:rPr lang="en-US" sz="1100" dirty="0">
                    <a:solidFill>
                      <a:srgbClr val="DCE8F5"/>
                    </a:solidFill>
                    <a:latin typeface="Arial" panose="020B0604020202020204" pitchFamily="34" charset="0"/>
                    <a:ea typeface="Calibri"/>
                    <a:cs typeface="Arial" panose="020B0604020202020204" pitchFamily="34" charset="0"/>
                  </a:rPr>
                  <a:t>Workflow Assessment</a:t>
                </a:r>
                <a:endParaRPr lang="en-US" sz="1100" dirty="0">
                  <a:latin typeface="Arial" panose="020B0604020202020204" pitchFamily="34" charset="0"/>
                  <a:ea typeface="Calibri" panose="020F0502020204030204"/>
                  <a:cs typeface="Arial" panose="020B0604020202020204" pitchFamily="34" charset="0"/>
                </a:endParaRPr>
              </a:p>
              <a:p>
                <a:pPr>
                  <a:buSzPct val="100000"/>
                </a:pPr>
                <a:r>
                  <a:rPr lang="en-US" sz="1100" dirty="0">
                    <a:solidFill>
                      <a:srgbClr val="D0D8E8"/>
                    </a:solidFill>
                    <a:latin typeface="Arial" panose="020B0604020202020204" pitchFamily="34" charset="0"/>
                    <a:ea typeface="+mn-lt"/>
                    <a:cs typeface="Arial" panose="020B0604020202020204" pitchFamily="34" charset="0"/>
                  </a:rPr>
                  <a:t>•</a:t>
                </a:r>
                <a:r>
                  <a:rPr lang="en-US" sz="1100" dirty="0">
                    <a:solidFill>
                      <a:srgbClr val="DCE8F5"/>
                    </a:solidFill>
                    <a:latin typeface="Arial" panose="020B0604020202020204" pitchFamily="34" charset="0"/>
                    <a:ea typeface="Calibri"/>
                    <a:cs typeface="Arial" panose="020B0604020202020204" pitchFamily="34" charset="0"/>
                  </a:rPr>
                  <a:t>KPI Framework</a:t>
                </a:r>
                <a:endParaRPr lang="en-US" sz="1100" dirty="0">
                  <a:latin typeface="Arial" panose="020B0604020202020204" pitchFamily="34" charset="0"/>
                  <a:ea typeface="Calibri" panose="020F0502020204030204"/>
                  <a:cs typeface="Arial" panose="020B0604020202020204" pitchFamily="34" charset="0"/>
                </a:endParaRPr>
              </a:p>
              <a:p>
                <a:pPr>
                  <a:buSzPct val="100000"/>
                </a:pPr>
                <a:r>
                  <a:rPr lang="en-US" sz="1100" dirty="0">
                    <a:solidFill>
                      <a:srgbClr val="D0D8E8"/>
                    </a:solidFill>
                    <a:latin typeface="Arial" panose="020B0604020202020204" pitchFamily="34" charset="0"/>
                    <a:ea typeface="+mn-lt"/>
                    <a:cs typeface="Arial" panose="020B0604020202020204" pitchFamily="34" charset="0"/>
                  </a:rPr>
                  <a:t>•</a:t>
                </a:r>
                <a:r>
                  <a:rPr lang="en-US" sz="1100" dirty="0">
                    <a:solidFill>
                      <a:srgbClr val="DCE8F5"/>
                    </a:solidFill>
                    <a:latin typeface="Arial" panose="020B0604020202020204" pitchFamily="34" charset="0"/>
                    <a:ea typeface="Calibri"/>
                    <a:cs typeface="Arial" panose="020B0604020202020204" pitchFamily="34" charset="0"/>
                  </a:rPr>
                  <a:t>Implementation Roadmap</a:t>
                </a:r>
                <a:endParaRPr lang="en-US" sz="1100" dirty="0">
                  <a:latin typeface="Arial" panose="020B0604020202020204" pitchFamily="34" charset="0"/>
                  <a:ea typeface="Calibri" panose="020F0502020204030204"/>
                  <a:cs typeface="Arial" panose="020B0604020202020204" pitchFamily="34" charset="0"/>
                </a:endParaRPr>
              </a:p>
              <a:p>
                <a:pPr>
                  <a:buSzPct val="100000"/>
                </a:pPr>
                <a:r>
                  <a:rPr lang="en-US" sz="1100" dirty="0">
                    <a:solidFill>
                      <a:srgbClr val="D0D8E8"/>
                    </a:solidFill>
                    <a:latin typeface="Arial" panose="020B0604020202020204" pitchFamily="34" charset="0"/>
                    <a:ea typeface="+mn-lt"/>
                    <a:cs typeface="Arial" panose="020B0604020202020204" pitchFamily="34" charset="0"/>
                  </a:rPr>
                  <a:t>•</a:t>
                </a:r>
                <a:r>
                  <a:rPr lang="en-US" sz="1100" dirty="0">
                    <a:solidFill>
                      <a:srgbClr val="DCE8F5"/>
                    </a:solidFill>
                    <a:latin typeface="Arial" panose="020B0604020202020204" pitchFamily="34" charset="0"/>
                    <a:ea typeface="Calibri"/>
                    <a:cs typeface="Arial" panose="020B0604020202020204" pitchFamily="34" charset="0"/>
                  </a:rPr>
                  <a:t>Budgeting</a:t>
                </a:r>
                <a:endParaRPr lang="en-US" sz="1100" dirty="0">
                  <a:latin typeface="Arial" panose="020B0604020202020204" pitchFamily="34" charset="0"/>
                  <a:ea typeface="Calibri" panose="020F0502020204030204"/>
                  <a:cs typeface="Arial" panose="020B0604020202020204" pitchFamily="34" charset="0"/>
                </a:endParaRPr>
              </a:p>
              <a:p>
                <a:pPr marL="342900" indent="-342900" algn="l">
                  <a:buSzPct val="100000"/>
                  <a:buChar char="•"/>
                </a:pPr>
                <a:endParaRPr lang="en-US" sz="1100" dirty="0">
                  <a:solidFill>
                    <a:srgbClr val="D0D8E8"/>
                  </a:solidFill>
                  <a:latin typeface="Arial" panose="020B0604020202020204" pitchFamily="34" charset="0"/>
                  <a:ea typeface="Calibri"/>
                  <a:cs typeface="Arial" panose="020B0604020202020204" pitchFamily="34" charset="0"/>
                </a:endParaRPr>
              </a:p>
            </p:txBody>
          </p:sp>
          <p:sp>
            <p:nvSpPr>
              <p:cNvPr id="63" name="Shape 22">
                <a:extLst>
                  <a:ext uri="{FF2B5EF4-FFF2-40B4-BE49-F238E27FC236}">
                    <a16:creationId xmlns:a16="http://schemas.microsoft.com/office/drawing/2014/main" id="{62EA0E50-2C0C-AC36-E8AF-8301AFA84669}"/>
                  </a:ext>
                </a:extLst>
              </p:cNvPr>
              <p:cNvSpPr/>
              <p:nvPr/>
            </p:nvSpPr>
            <p:spPr>
              <a:xfrm>
                <a:off x="4233825" y="4258376"/>
                <a:ext cx="300499" cy="295281"/>
              </a:xfrm>
              <a:prstGeom prst="rect">
                <a:avLst/>
              </a:prstGeom>
              <a:solidFill>
                <a:srgbClr val="2E5090"/>
              </a:solidFill>
              <a:ln w="12700">
                <a:solidFill>
                  <a:srgbClr val="2E5090"/>
                </a:solidFill>
                <a:prstDash val="solid"/>
              </a:ln>
            </p:spPr>
            <p:txBody>
              <a:bodyPr/>
              <a:lstStyle/>
              <a:p>
                <a:endParaRPr lang="en-CA" sz="3600">
                  <a:latin typeface="Arial" panose="020B0604020202020204" pitchFamily="34" charset="0"/>
                  <a:cs typeface="Arial" panose="020B0604020202020204" pitchFamily="34" charset="0"/>
                </a:endParaRPr>
              </a:p>
            </p:txBody>
          </p:sp>
          <p:sp>
            <p:nvSpPr>
              <p:cNvPr id="64" name="Text 24">
                <a:extLst>
                  <a:ext uri="{FF2B5EF4-FFF2-40B4-BE49-F238E27FC236}">
                    <a16:creationId xmlns:a16="http://schemas.microsoft.com/office/drawing/2014/main" id="{72560CFB-4E24-846E-3A46-780CE5DC7683}"/>
                  </a:ext>
                </a:extLst>
              </p:cNvPr>
              <p:cNvSpPr/>
              <p:nvPr/>
            </p:nvSpPr>
            <p:spPr>
              <a:xfrm>
                <a:off x="4697044" y="4268180"/>
                <a:ext cx="434628" cy="274320"/>
              </a:xfrm>
              <a:prstGeom prst="rect">
                <a:avLst/>
              </a:prstGeom>
              <a:noFill/>
              <a:ln/>
            </p:spPr>
            <p:txBody>
              <a:bodyPr wrap="square" lIns="0" tIns="0" rIns="0" bIns="0" rtlCol="0" anchor="ctr"/>
              <a:lstStyle/>
              <a:p>
                <a:r>
                  <a:rPr lang="en-US" sz="1100" i="1" dirty="0">
                    <a:solidFill>
                      <a:srgbClr val="A0B4D0"/>
                    </a:solidFill>
                    <a:latin typeface="Arial" panose="020B0604020202020204" pitchFamily="34" charset="0"/>
                    <a:ea typeface="Calibri"/>
                    <a:cs typeface="Arial" panose="020B0604020202020204" pitchFamily="34" charset="0"/>
                  </a:rPr>
                  <a:t>Human </a:t>
                </a:r>
                <a:br>
                  <a:rPr lang="en-US" sz="1100" i="1" dirty="0">
                    <a:solidFill>
                      <a:srgbClr val="A0B4D0"/>
                    </a:solidFill>
                    <a:latin typeface="Arial" panose="020B0604020202020204" pitchFamily="34" charset="0"/>
                    <a:ea typeface="Calibri"/>
                    <a:cs typeface="Arial" panose="020B0604020202020204" pitchFamily="34" charset="0"/>
                  </a:rPr>
                </a:br>
                <a:r>
                  <a:rPr lang="en-US" sz="1100" i="1" dirty="0">
                    <a:solidFill>
                      <a:srgbClr val="A0B4D0"/>
                    </a:solidFill>
                    <a:latin typeface="Arial" panose="020B0604020202020204" pitchFamily="34" charset="0"/>
                    <a:ea typeface="Calibri"/>
                    <a:cs typeface="Arial" panose="020B0604020202020204" pitchFamily="34" charset="0"/>
                  </a:rPr>
                  <a:t>Capital</a:t>
                </a:r>
              </a:p>
            </p:txBody>
          </p:sp>
          <p:grpSp>
            <p:nvGrpSpPr>
              <p:cNvPr id="69" name="Group 68">
                <a:extLst>
                  <a:ext uri="{FF2B5EF4-FFF2-40B4-BE49-F238E27FC236}">
                    <a16:creationId xmlns:a16="http://schemas.microsoft.com/office/drawing/2014/main" id="{7EC234E4-EAC7-D882-4D1E-55FC3D5B9E61}"/>
                  </a:ext>
                </a:extLst>
              </p:cNvPr>
              <p:cNvGrpSpPr/>
              <p:nvPr/>
            </p:nvGrpSpPr>
            <p:grpSpPr>
              <a:xfrm>
                <a:off x="4672868" y="2814209"/>
                <a:ext cx="1772669" cy="638228"/>
                <a:chOff x="4646772" y="2918593"/>
                <a:chExt cx="1772669" cy="638228"/>
              </a:xfrm>
            </p:grpSpPr>
            <p:sp>
              <p:nvSpPr>
                <p:cNvPr id="23" name="Text 20"/>
                <p:cNvSpPr/>
                <p:nvPr/>
              </p:nvSpPr>
              <p:spPr>
                <a:xfrm>
                  <a:off x="4646772" y="3043894"/>
                  <a:ext cx="434628" cy="290080"/>
                </a:xfrm>
                <a:prstGeom prst="rect">
                  <a:avLst/>
                </a:prstGeom>
                <a:noFill/>
                <a:ln/>
              </p:spPr>
              <p:txBody>
                <a:bodyPr wrap="square" lIns="0" tIns="0" rIns="0" bIns="0" rtlCol="0" anchor="ctr"/>
                <a:lstStyle/>
                <a:p>
                  <a:pPr marL="0" indent="0" algn="l">
                    <a:buNone/>
                  </a:pPr>
                  <a:r>
                    <a:rPr lang="en-US" sz="1100" i="1" dirty="0">
                      <a:solidFill>
                        <a:srgbClr val="A0B4D0"/>
                      </a:solidFill>
                      <a:latin typeface="Arial" panose="020B0604020202020204" pitchFamily="34" charset="0"/>
                      <a:ea typeface="Calibri" pitchFamily="34" charset="-122"/>
                      <a:cs typeface="Arial" panose="020B0604020202020204" pitchFamily="34" charset="0"/>
                    </a:rPr>
                    <a:t>Marketing</a:t>
                  </a:r>
                  <a:endParaRPr lang="en-US" sz="1100" dirty="0">
                    <a:latin typeface="Arial" panose="020B0604020202020204" pitchFamily="34" charset="0"/>
                    <a:cs typeface="Arial" panose="020B0604020202020204" pitchFamily="34" charset="0"/>
                  </a:endParaRPr>
                </a:p>
              </p:txBody>
            </p:sp>
            <p:sp>
              <p:nvSpPr>
                <p:cNvPr id="24" name="Text 21"/>
                <p:cNvSpPr/>
                <p:nvPr/>
              </p:nvSpPr>
              <p:spPr>
                <a:xfrm>
                  <a:off x="5106701" y="2918593"/>
                  <a:ext cx="1312740" cy="638228"/>
                </a:xfrm>
                <a:prstGeom prst="rect">
                  <a:avLst/>
                </a:prstGeom>
                <a:noFill/>
                <a:ln/>
              </p:spPr>
              <p:txBody>
                <a:bodyPr wrap="square" lIns="0" tIns="0" rIns="0" bIns="0" rtlCol="0" anchor="t"/>
                <a:lstStyle/>
                <a:p>
                  <a:pPr algn="l">
                    <a:buSzPct val="100000"/>
                  </a:pPr>
                  <a:r>
                    <a:rPr lang="en-US" sz="1100" dirty="0">
                      <a:solidFill>
                        <a:srgbClr val="D0D8E8"/>
                      </a:solidFill>
                      <a:latin typeface="Arial" panose="020B0604020202020204" pitchFamily="34" charset="0"/>
                      <a:ea typeface="+mn-lt"/>
                      <a:cs typeface="Arial" panose="020B0604020202020204" pitchFamily="34" charset="0"/>
                    </a:rPr>
                    <a:t>•</a:t>
                  </a:r>
                  <a:r>
                    <a:rPr lang="en-US" sz="1100" dirty="0">
                      <a:solidFill>
                        <a:srgbClr val="DCE8F5"/>
                      </a:solidFill>
                      <a:latin typeface="Arial" panose="020B0604020202020204" pitchFamily="34" charset="0"/>
                      <a:ea typeface="Calibri"/>
                      <a:cs typeface="Arial" panose="020B0604020202020204" pitchFamily="34" charset="0"/>
                    </a:rPr>
                    <a:t>Market Sizing</a:t>
                  </a:r>
                  <a:endParaRPr lang="en-US" sz="1100" dirty="0">
                    <a:latin typeface="Arial" panose="020B0604020202020204" pitchFamily="34" charset="0"/>
                    <a:cs typeface="Arial" panose="020B0604020202020204" pitchFamily="34" charset="0"/>
                  </a:endParaRPr>
                </a:p>
                <a:p>
                  <a:pPr>
                    <a:buSzPct val="100000"/>
                  </a:pPr>
                  <a:r>
                    <a:rPr lang="en-US" sz="1100" dirty="0">
                      <a:solidFill>
                        <a:srgbClr val="D0D8E8"/>
                      </a:solidFill>
                      <a:latin typeface="Arial" panose="020B0604020202020204" pitchFamily="34" charset="0"/>
                      <a:ea typeface="+mn-lt"/>
                      <a:cs typeface="Arial" panose="020B0604020202020204" pitchFamily="34" charset="0"/>
                    </a:rPr>
                    <a:t>•</a:t>
                  </a:r>
                  <a:r>
                    <a:rPr lang="en-US" sz="1100" dirty="0">
                      <a:solidFill>
                        <a:srgbClr val="DCE8F5"/>
                      </a:solidFill>
                      <a:latin typeface="Arial" panose="020B0604020202020204" pitchFamily="34" charset="0"/>
                      <a:ea typeface="Calibri"/>
                      <a:cs typeface="Arial" panose="020B0604020202020204" pitchFamily="34" charset="0"/>
                    </a:rPr>
                    <a:t>Competitor Analysis</a:t>
                  </a:r>
                  <a:endParaRPr lang="en-US" sz="1100" dirty="0">
                    <a:solidFill>
                      <a:srgbClr val="000000"/>
                    </a:solidFill>
                    <a:latin typeface="Arial" panose="020B0604020202020204" pitchFamily="34" charset="0"/>
                    <a:ea typeface="+mn-lt"/>
                    <a:cs typeface="Arial" panose="020B0604020202020204" pitchFamily="34" charset="0"/>
                  </a:endParaRPr>
                </a:p>
                <a:p>
                  <a:pPr algn="l"/>
                  <a:r>
                    <a:rPr lang="en-US" sz="1100" dirty="0">
                      <a:solidFill>
                        <a:srgbClr val="D0D8E8"/>
                      </a:solidFill>
                      <a:latin typeface="Arial" panose="020B0604020202020204" pitchFamily="34" charset="0"/>
                      <a:ea typeface="+mn-lt"/>
                      <a:cs typeface="Arial" panose="020B0604020202020204" pitchFamily="34" charset="0"/>
                    </a:rPr>
                    <a:t>•</a:t>
                  </a:r>
                  <a:r>
                    <a:rPr lang="en-US" sz="1100" dirty="0">
                      <a:solidFill>
                        <a:srgbClr val="DCE8F5"/>
                      </a:solidFill>
                      <a:latin typeface="Arial" panose="020B0604020202020204" pitchFamily="34" charset="0"/>
                      <a:ea typeface="Calibri"/>
                      <a:cs typeface="Arial" panose="020B0604020202020204" pitchFamily="34" charset="0"/>
                    </a:rPr>
                    <a:t>Customer Segmentation</a:t>
                  </a:r>
                  <a:endParaRPr lang="en-US" sz="1100" dirty="0">
                    <a:latin typeface="Arial" panose="020B0604020202020204" pitchFamily="34" charset="0"/>
                    <a:ea typeface="Calibri" panose="020F0502020204030204"/>
                    <a:cs typeface="Arial" panose="020B0604020202020204" pitchFamily="34" charset="0"/>
                  </a:endParaRPr>
                </a:p>
                <a:p>
                  <a:pPr>
                    <a:buSzPct val="100000"/>
                  </a:pPr>
                  <a:r>
                    <a:rPr lang="en-US" sz="1100" dirty="0">
                      <a:solidFill>
                        <a:srgbClr val="D0D8E8"/>
                      </a:solidFill>
                      <a:latin typeface="Arial" panose="020B0604020202020204" pitchFamily="34" charset="0"/>
                      <a:ea typeface="+mn-lt"/>
                      <a:cs typeface="Arial" panose="020B0604020202020204" pitchFamily="34" charset="0"/>
                    </a:rPr>
                    <a:t>•</a:t>
                  </a:r>
                  <a:r>
                    <a:rPr lang="en-US" sz="1100" dirty="0">
                      <a:solidFill>
                        <a:srgbClr val="DCE8F5"/>
                      </a:solidFill>
                      <a:latin typeface="Arial" panose="020B0604020202020204" pitchFamily="34" charset="0"/>
                      <a:ea typeface="Calibri"/>
                      <a:cs typeface="Arial" panose="020B0604020202020204" pitchFamily="34" charset="0"/>
                    </a:rPr>
                    <a:t>Go-to-Market Recommendation</a:t>
                  </a:r>
                  <a:endParaRPr lang="en-US" sz="1100" dirty="0">
                    <a:latin typeface="Arial" panose="020B0604020202020204" pitchFamily="34" charset="0"/>
                    <a:ea typeface="Calibri" panose="020F0502020204030204"/>
                    <a:cs typeface="Arial" panose="020B0604020202020204" pitchFamily="34" charset="0"/>
                  </a:endParaRPr>
                </a:p>
                <a:p>
                  <a:pPr>
                    <a:buSzPct val="100000"/>
                  </a:pPr>
                  <a:r>
                    <a:rPr lang="en-US" sz="1100" dirty="0">
                      <a:solidFill>
                        <a:srgbClr val="D0D8E8"/>
                      </a:solidFill>
                      <a:latin typeface="Arial" panose="020B0604020202020204" pitchFamily="34" charset="0"/>
                      <a:ea typeface="+mn-lt"/>
                      <a:cs typeface="Arial" panose="020B0604020202020204" pitchFamily="34" charset="0"/>
                    </a:rPr>
                    <a:t>•</a:t>
                  </a:r>
                  <a:r>
                    <a:rPr lang="en-US" sz="1100" dirty="0">
                      <a:solidFill>
                        <a:srgbClr val="DCE8F5"/>
                      </a:solidFill>
                      <a:latin typeface="Arial" panose="020B0604020202020204" pitchFamily="34" charset="0"/>
                      <a:ea typeface="Calibri"/>
                      <a:cs typeface="Arial" panose="020B0604020202020204" pitchFamily="34" charset="0"/>
                    </a:rPr>
                    <a:t>Voice-of-Customer Research</a:t>
                  </a:r>
                  <a:endParaRPr lang="en-US" sz="1100" dirty="0">
                    <a:latin typeface="Arial" panose="020B0604020202020204" pitchFamily="34" charset="0"/>
                    <a:ea typeface="Calibri" panose="020F0502020204030204"/>
                    <a:cs typeface="Arial" panose="020B0604020202020204" pitchFamily="34" charset="0"/>
                  </a:endParaRPr>
                </a:p>
                <a:p>
                  <a:pPr marL="342900" indent="-342900" algn="l">
                    <a:buSzPct val="100000"/>
                    <a:buChar char="•"/>
                  </a:pPr>
                  <a:endParaRPr lang="en-US" sz="1100" dirty="0">
                    <a:solidFill>
                      <a:srgbClr val="D0D8E8"/>
                    </a:solidFill>
                    <a:latin typeface="Arial" panose="020B0604020202020204" pitchFamily="34" charset="0"/>
                    <a:ea typeface="Calibri"/>
                    <a:cs typeface="Arial" panose="020B0604020202020204" pitchFamily="34" charset="0"/>
                  </a:endParaRPr>
                </a:p>
              </p:txBody>
            </p:sp>
          </p:grpSp>
          <p:grpSp>
            <p:nvGrpSpPr>
              <p:cNvPr id="73" name="Group 72">
                <a:extLst>
                  <a:ext uri="{FF2B5EF4-FFF2-40B4-BE49-F238E27FC236}">
                    <a16:creationId xmlns:a16="http://schemas.microsoft.com/office/drawing/2014/main" id="{753DEF0E-E943-4B0D-8F5F-D717D49E3B8B}"/>
                  </a:ext>
                </a:extLst>
              </p:cNvPr>
              <p:cNvGrpSpPr/>
              <p:nvPr/>
            </p:nvGrpSpPr>
            <p:grpSpPr>
              <a:xfrm>
                <a:off x="4699052" y="3469820"/>
                <a:ext cx="1720335" cy="723387"/>
                <a:chOff x="4699052" y="3469820"/>
                <a:chExt cx="1720335" cy="723387"/>
              </a:xfrm>
            </p:grpSpPr>
            <p:sp>
              <p:nvSpPr>
                <p:cNvPr id="27" name="Text 24"/>
                <p:cNvSpPr/>
                <p:nvPr/>
              </p:nvSpPr>
              <p:spPr>
                <a:xfrm>
                  <a:off x="4699052" y="3611725"/>
                  <a:ext cx="432620" cy="274320"/>
                </a:xfrm>
                <a:prstGeom prst="rect">
                  <a:avLst/>
                </a:prstGeom>
                <a:noFill/>
                <a:ln/>
              </p:spPr>
              <p:txBody>
                <a:bodyPr wrap="square" lIns="0" tIns="0" rIns="0" bIns="0" rtlCol="0" anchor="ctr"/>
                <a:lstStyle/>
                <a:p>
                  <a:pPr marL="0" indent="0" algn="l">
                    <a:buNone/>
                  </a:pPr>
                  <a:r>
                    <a:rPr lang="en-US" sz="1100" i="1" dirty="0">
                      <a:solidFill>
                        <a:srgbClr val="A0B4D0"/>
                      </a:solidFill>
                      <a:latin typeface="Arial" panose="020B0604020202020204" pitchFamily="34" charset="0"/>
                      <a:ea typeface="Calibri" pitchFamily="34" charset="-122"/>
                      <a:cs typeface="Arial" panose="020B0604020202020204" pitchFamily="34" charset="0"/>
                    </a:rPr>
                    <a:t>Digital</a:t>
                  </a:r>
                  <a:endParaRPr lang="en-US" sz="1100" dirty="0">
                    <a:latin typeface="Arial" panose="020B0604020202020204" pitchFamily="34" charset="0"/>
                    <a:cs typeface="Arial" panose="020B0604020202020204" pitchFamily="34" charset="0"/>
                  </a:endParaRPr>
                </a:p>
              </p:txBody>
            </p:sp>
            <p:sp>
              <p:nvSpPr>
                <p:cNvPr id="28" name="Text 25"/>
                <p:cNvSpPr/>
                <p:nvPr/>
              </p:nvSpPr>
              <p:spPr>
                <a:xfrm>
                  <a:off x="5133293" y="3469820"/>
                  <a:ext cx="1286094" cy="723387"/>
                </a:xfrm>
                <a:prstGeom prst="rect">
                  <a:avLst/>
                </a:prstGeom>
                <a:noFill/>
                <a:ln/>
              </p:spPr>
              <p:txBody>
                <a:bodyPr wrap="square" lIns="0" tIns="0" rIns="0" bIns="0" rtlCol="0" anchor="t"/>
                <a:lstStyle/>
                <a:p>
                  <a:pPr algn="l">
                    <a:buSzPct val="100000"/>
                  </a:pPr>
                  <a:r>
                    <a:rPr lang="en-US" sz="1100" dirty="0">
                      <a:solidFill>
                        <a:srgbClr val="D0D8E8"/>
                      </a:solidFill>
                      <a:latin typeface="Arial" panose="020B0604020202020204" pitchFamily="34" charset="0"/>
                      <a:ea typeface="+mn-lt"/>
                      <a:cs typeface="Arial" panose="020B0604020202020204" pitchFamily="34" charset="0"/>
                    </a:rPr>
                    <a:t>•</a:t>
                  </a:r>
                  <a:r>
                    <a:rPr lang="en-US" sz="1100" dirty="0">
                      <a:solidFill>
                        <a:srgbClr val="DCE8F5"/>
                      </a:solidFill>
                      <a:latin typeface="Arial" panose="020B0604020202020204" pitchFamily="34" charset="0"/>
                      <a:ea typeface="Calibri"/>
                      <a:cs typeface="Arial" panose="020B0604020202020204" pitchFamily="34" charset="0"/>
                    </a:rPr>
                    <a:t>Digital Strategy &amp; Planning</a:t>
                  </a:r>
                  <a:endParaRPr lang="en-US" sz="1100" dirty="0">
                    <a:latin typeface="Arial" panose="020B0604020202020204" pitchFamily="34" charset="0"/>
                    <a:cs typeface="Arial" panose="020B0604020202020204" pitchFamily="34" charset="0"/>
                  </a:endParaRPr>
                </a:p>
                <a:p>
                  <a:pPr>
                    <a:buSzPct val="100000"/>
                  </a:pPr>
                  <a:r>
                    <a:rPr lang="en-US" sz="1100" dirty="0">
                      <a:solidFill>
                        <a:srgbClr val="D0D8E8"/>
                      </a:solidFill>
                      <a:latin typeface="Arial" panose="020B0604020202020204" pitchFamily="34" charset="0"/>
                      <a:ea typeface="+mn-lt"/>
                      <a:cs typeface="Arial" panose="020B0604020202020204" pitchFamily="34" charset="0"/>
                    </a:rPr>
                    <a:t>•</a:t>
                  </a:r>
                  <a:r>
                    <a:rPr lang="en-US" sz="1100" dirty="0">
                      <a:solidFill>
                        <a:srgbClr val="DCE8F5"/>
                      </a:solidFill>
                      <a:latin typeface="Arial" panose="020B0604020202020204" pitchFamily="34" charset="0"/>
                      <a:ea typeface="Calibri"/>
                      <a:cs typeface="Arial" panose="020B0604020202020204" pitchFamily="34" charset="0"/>
                    </a:rPr>
                    <a:t>AI Governance Readiness</a:t>
                  </a:r>
                  <a:endParaRPr lang="en-US" sz="1100" dirty="0">
                    <a:latin typeface="Arial" panose="020B0604020202020204" pitchFamily="34" charset="0"/>
                    <a:ea typeface="Calibri" panose="020F0502020204030204"/>
                    <a:cs typeface="Arial" panose="020B0604020202020204" pitchFamily="34" charset="0"/>
                  </a:endParaRPr>
                </a:p>
                <a:p>
                  <a:pPr>
                    <a:buSzPct val="100000"/>
                  </a:pPr>
                  <a:r>
                    <a:rPr lang="en-US" sz="1100" dirty="0">
                      <a:solidFill>
                        <a:srgbClr val="D0D8E8"/>
                      </a:solidFill>
                      <a:latin typeface="Arial" panose="020B0604020202020204" pitchFamily="34" charset="0"/>
                      <a:ea typeface="+mn-lt"/>
                      <a:cs typeface="Arial" panose="020B0604020202020204" pitchFamily="34" charset="0"/>
                    </a:rPr>
                    <a:t>•</a:t>
                  </a:r>
                  <a:r>
                    <a:rPr lang="en-US" sz="1100" dirty="0">
                      <a:solidFill>
                        <a:srgbClr val="DCE8F5"/>
                      </a:solidFill>
                      <a:latin typeface="Arial" panose="020B0604020202020204" pitchFamily="34" charset="0"/>
                      <a:ea typeface="Calibri"/>
                      <a:cs typeface="Arial" panose="020B0604020202020204" pitchFamily="34" charset="0"/>
                    </a:rPr>
                    <a:t>Digital Readiness Assessment</a:t>
                  </a:r>
                  <a:endParaRPr lang="en-US" sz="1100" dirty="0">
                    <a:latin typeface="Arial" panose="020B0604020202020204" pitchFamily="34" charset="0"/>
                    <a:ea typeface="Calibri" panose="020F0502020204030204"/>
                    <a:cs typeface="Arial" panose="020B0604020202020204" pitchFamily="34" charset="0"/>
                  </a:endParaRPr>
                </a:p>
                <a:p>
                  <a:pPr>
                    <a:buSzPct val="100000"/>
                  </a:pPr>
                  <a:r>
                    <a:rPr lang="en-US" sz="1100" dirty="0">
                      <a:solidFill>
                        <a:srgbClr val="D0D8E8"/>
                      </a:solidFill>
                      <a:latin typeface="Arial" panose="020B0604020202020204" pitchFamily="34" charset="0"/>
                      <a:ea typeface="+mn-lt"/>
                      <a:cs typeface="Arial" panose="020B0604020202020204" pitchFamily="34" charset="0"/>
                    </a:rPr>
                    <a:t>•</a:t>
                  </a:r>
                  <a:r>
                    <a:rPr lang="en-US" sz="1100" dirty="0">
                      <a:solidFill>
                        <a:srgbClr val="DCE8F5"/>
                      </a:solidFill>
                      <a:latin typeface="Arial" panose="020B0604020202020204" pitchFamily="34" charset="0"/>
                      <a:ea typeface="Calibri"/>
                      <a:cs typeface="Arial" panose="020B0604020202020204" pitchFamily="34" charset="0"/>
                    </a:rPr>
                    <a:t>AI Tool Adoption</a:t>
                  </a:r>
                  <a:endParaRPr lang="en-US" sz="1100" dirty="0">
                    <a:latin typeface="Arial" panose="020B0604020202020204" pitchFamily="34" charset="0"/>
                    <a:ea typeface="Calibri" panose="020F0502020204030204"/>
                    <a:cs typeface="Arial" panose="020B0604020202020204" pitchFamily="34" charset="0"/>
                  </a:endParaRPr>
                </a:p>
                <a:p>
                  <a:r>
                    <a:rPr lang="en-US" sz="1100" dirty="0">
                      <a:solidFill>
                        <a:srgbClr val="D0D8E8"/>
                      </a:solidFill>
                      <a:latin typeface="Arial" panose="020B0604020202020204" pitchFamily="34" charset="0"/>
                      <a:ea typeface="Calibri"/>
                      <a:cs typeface="Arial" panose="020B0604020202020204" pitchFamily="34" charset="0"/>
                    </a:rPr>
                    <a:t>•</a:t>
                  </a:r>
                  <a:r>
                    <a:rPr lang="en-US" sz="1100" dirty="0">
                      <a:solidFill>
                        <a:srgbClr val="DCE8F5"/>
                      </a:solidFill>
                      <a:latin typeface="Arial" panose="020B0604020202020204" pitchFamily="34" charset="0"/>
                      <a:ea typeface="Calibri"/>
                      <a:cs typeface="Arial" panose="020B0604020202020204" pitchFamily="34" charset="0"/>
                    </a:rPr>
                    <a:t>CRM Design &amp; Implementation</a:t>
                  </a:r>
                  <a:endParaRPr lang="en-US" sz="1100" dirty="0">
                    <a:latin typeface="Arial" panose="020B0604020202020204" pitchFamily="34" charset="0"/>
                    <a:ea typeface="Calibri" panose="020F0502020204030204"/>
                    <a:cs typeface="Arial" panose="020B0604020202020204" pitchFamily="34" charset="0"/>
                  </a:endParaRPr>
                </a:p>
              </p:txBody>
            </p:sp>
          </p:grpSp>
          <p:sp>
            <p:nvSpPr>
              <p:cNvPr id="76" name="Text 13">
                <a:extLst>
                  <a:ext uri="{FF2B5EF4-FFF2-40B4-BE49-F238E27FC236}">
                    <a16:creationId xmlns:a16="http://schemas.microsoft.com/office/drawing/2014/main" id="{54E0F160-C9E0-8E79-1750-5D24123EA959}"/>
                  </a:ext>
                </a:extLst>
              </p:cNvPr>
              <p:cNvSpPr/>
              <p:nvPr/>
            </p:nvSpPr>
            <p:spPr>
              <a:xfrm>
                <a:off x="5137635" y="4129768"/>
                <a:ext cx="1123542" cy="637787"/>
              </a:xfrm>
              <a:prstGeom prst="rect">
                <a:avLst/>
              </a:prstGeom>
              <a:noFill/>
              <a:ln/>
            </p:spPr>
            <p:txBody>
              <a:bodyPr wrap="square" lIns="0" tIns="0" rIns="0" bIns="0" rtlCol="0" anchor="t"/>
              <a:lstStyle/>
              <a:p>
                <a:pPr>
                  <a:buSzPct val="100000"/>
                </a:pPr>
                <a:r>
                  <a:rPr lang="en-US" sz="1100" dirty="0">
                    <a:solidFill>
                      <a:srgbClr val="D0D8E8"/>
                    </a:solidFill>
                    <a:latin typeface="Arial" panose="020B0604020202020204" pitchFamily="34" charset="0"/>
                    <a:ea typeface="+mn-lt"/>
                    <a:cs typeface="Arial" panose="020B0604020202020204" pitchFamily="34" charset="0"/>
                  </a:rPr>
                  <a:t>•Change Management</a:t>
                </a:r>
                <a:endParaRPr lang="en-US" sz="1100" dirty="0">
                  <a:solidFill>
                    <a:srgbClr val="DCE8F5"/>
                  </a:solidFill>
                  <a:latin typeface="Arial" panose="020B0604020202020204" pitchFamily="34" charset="0"/>
                  <a:ea typeface="Calibri"/>
                  <a:cs typeface="Arial" panose="020B0604020202020204" pitchFamily="34" charset="0"/>
                </a:endParaRPr>
              </a:p>
              <a:p>
                <a:pPr>
                  <a:buSzPct val="100000"/>
                </a:pPr>
                <a:r>
                  <a:rPr lang="en-US" sz="1100" dirty="0">
                    <a:solidFill>
                      <a:srgbClr val="D0D8E8"/>
                    </a:solidFill>
                    <a:latin typeface="Arial" panose="020B0604020202020204" pitchFamily="34" charset="0"/>
                    <a:ea typeface="+mn-lt"/>
                    <a:cs typeface="Arial" panose="020B0604020202020204" pitchFamily="34" charset="0"/>
                  </a:rPr>
                  <a:t>•Recruitment</a:t>
                </a:r>
              </a:p>
              <a:p>
                <a:r>
                  <a:rPr lang="en-US" sz="1100" dirty="0">
                    <a:solidFill>
                      <a:srgbClr val="D0D8E8"/>
                    </a:solidFill>
                    <a:latin typeface="Arial" panose="020B0604020202020204" pitchFamily="34" charset="0"/>
                    <a:ea typeface="+mn-lt"/>
                    <a:cs typeface="Arial" panose="020B0604020202020204" pitchFamily="34" charset="0"/>
                  </a:rPr>
                  <a:t>•</a:t>
                </a:r>
                <a:r>
                  <a:rPr lang="en-US" sz="1100" dirty="0">
                    <a:solidFill>
                      <a:srgbClr val="DCE8F5"/>
                    </a:solidFill>
                    <a:latin typeface="Arial" panose="020B0604020202020204" pitchFamily="34" charset="0"/>
                    <a:ea typeface="Calibri"/>
                    <a:cs typeface="Arial" panose="020B0604020202020204" pitchFamily="34" charset="0"/>
                  </a:rPr>
                  <a:t>Training and Development</a:t>
                </a:r>
                <a:endParaRPr lang="en-US" sz="1100" dirty="0">
                  <a:latin typeface="Arial" panose="020B0604020202020204" pitchFamily="34" charset="0"/>
                  <a:cs typeface="Arial" panose="020B0604020202020204" pitchFamily="34" charset="0"/>
                </a:endParaRPr>
              </a:p>
              <a:p>
                <a:pPr>
                  <a:buSzPct val="100000"/>
                </a:pPr>
                <a:r>
                  <a:rPr lang="en-US" sz="1100" dirty="0">
                    <a:solidFill>
                      <a:srgbClr val="D0D8E8"/>
                    </a:solidFill>
                    <a:latin typeface="Arial" panose="020B0604020202020204" pitchFamily="34" charset="0"/>
                    <a:ea typeface="+mn-lt"/>
                    <a:cs typeface="Arial" panose="020B0604020202020204" pitchFamily="34" charset="0"/>
                  </a:rPr>
                  <a:t>•Workforce Planning</a:t>
                </a:r>
                <a:endParaRPr lang="en-US" sz="1100" dirty="0">
                  <a:solidFill>
                    <a:srgbClr val="D0D8E8"/>
                  </a:solidFill>
                  <a:latin typeface="Arial" panose="020B0604020202020204" pitchFamily="34" charset="0"/>
                  <a:ea typeface="Calibri" panose="020F0502020204030204"/>
                  <a:cs typeface="Arial" panose="020B0604020202020204" pitchFamily="34" charset="0"/>
                </a:endParaRPr>
              </a:p>
              <a:p>
                <a:pPr>
                  <a:buSzPct val="100000"/>
                </a:pPr>
                <a:r>
                  <a:rPr lang="en-US" sz="1100" dirty="0">
                    <a:solidFill>
                      <a:srgbClr val="D0D8E8"/>
                    </a:solidFill>
                    <a:latin typeface="Arial" panose="020B0604020202020204" pitchFamily="34" charset="0"/>
                    <a:ea typeface="+mn-lt"/>
                    <a:cs typeface="Arial" panose="020B0604020202020204" pitchFamily="34" charset="0"/>
                  </a:rPr>
                  <a:t>•</a:t>
                </a:r>
                <a:r>
                  <a:rPr lang="en-US" sz="1100" dirty="0">
                    <a:solidFill>
                      <a:srgbClr val="DCE8F5"/>
                    </a:solidFill>
                    <a:latin typeface="Arial" panose="020B0604020202020204" pitchFamily="34" charset="0"/>
                    <a:ea typeface="Calibri"/>
                    <a:cs typeface="Arial" panose="020B0604020202020204" pitchFamily="34" charset="0"/>
                  </a:rPr>
                  <a:t>Organizational Design</a:t>
                </a:r>
                <a:endParaRPr lang="en-US" sz="1100" dirty="0">
                  <a:latin typeface="Arial" panose="020B0604020202020204" pitchFamily="34" charset="0"/>
                  <a:ea typeface="Calibri" panose="020F0502020204030204"/>
                  <a:cs typeface="Arial" panose="020B0604020202020204" pitchFamily="34" charset="0"/>
                </a:endParaRPr>
              </a:p>
              <a:p>
                <a:pPr marL="342900" indent="-342900" algn="l">
                  <a:buSzPct val="100000"/>
                  <a:buChar char="•"/>
                </a:pPr>
                <a:endParaRPr lang="en-US" sz="1100" dirty="0">
                  <a:solidFill>
                    <a:srgbClr val="D0D8E8"/>
                  </a:solidFill>
                  <a:latin typeface="Arial" panose="020B0604020202020204" pitchFamily="34" charset="0"/>
                  <a:ea typeface="Calibri"/>
                  <a:cs typeface="Arial" panose="020B0604020202020204" pitchFamily="34" charset="0"/>
                </a:endParaRPr>
              </a:p>
            </p:txBody>
          </p:sp>
        </p:grpSp>
        <p:sp>
          <p:nvSpPr>
            <p:cNvPr id="5" name="Shape 22">
              <a:extLst>
                <a:ext uri="{FF2B5EF4-FFF2-40B4-BE49-F238E27FC236}">
                  <a16:creationId xmlns:a16="http://schemas.microsoft.com/office/drawing/2014/main" id="{0E384A61-2976-99CE-981E-A6D6A13161AA}"/>
                </a:ext>
              </a:extLst>
            </p:cNvPr>
            <p:cNvSpPr/>
            <p:nvPr/>
          </p:nvSpPr>
          <p:spPr>
            <a:xfrm>
              <a:off x="4252819" y="4521883"/>
              <a:ext cx="548862" cy="488923"/>
            </a:xfrm>
            <a:prstGeom prst="rect">
              <a:avLst/>
            </a:prstGeom>
            <a:solidFill>
              <a:srgbClr val="2E5090"/>
            </a:solidFill>
            <a:ln w="12700">
              <a:solidFill>
                <a:srgbClr val="2E5090"/>
              </a:solidFill>
              <a:prstDash val="solid"/>
            </a:ln>
          </p:spPr>
          <p:txBody>
            <a:bodyPr/>
            <a:lstStyle/>
            <a:p>
              <a:endParaRPr lang="en-CA" sz="3600">
                <a:latin typeface="Arial" panose="020B0604020202020204" pitchFamily="34" charset="0"/>
                <a:cs typeface="Arial" panose="020B0604020202020204" pitchFamily="34" charset="0"/>
              </a:endParaRPr>
            </a:p>
          </p:txBody>
        </p:sp>
        <p:sp>
          <p:nvSpPr>
            <p:cNvPr id="6" name="Shape 22">
              <a:extLst>
                <a:ext uri="{FF2B5EF4-FFF2-40B4-BE49-F238E27FC236}">
                  <a16:creationId xmlns:a16="http://schemas.microsoft.com/office/drawing/2014/main" id="{2104535D-0AAC-C218-F33F-F757FD06A4DE}"/>
                </a:ext>
              </a:extLst>
            </p:cNvPr>
            <p:cNvSpPr/>
            <p:nvPr/>
          </p:nvSpPr>
          <p:spPr>
            <a:xfrm>
              <a:off x="4252818" y="3441512"/>
              <a:ext cx="548862" cy="488923"/>
            </a:xfrm>
            <a:prstGeom prst="rect">
              <a:avLst/>
            </a:prstGeom>
            <a:solidFill>
              <a:srgbClr val="2E5090"/>
            </a:solidFill>
            <a:ln w="12700">
              <a:solidFill>
                <a:srgbClr val="2E5090"/>
              </a:solidFill>
              <a:prstDash val="solid"/>
            </a:ln>
          </p:spPr>
          <p:txBody>
            <a:bodyPr/>
            <a:lstStyle/>
            <a:p>
              <a:endParaRPr lang="en-CA" sz="3600">
                <a:latin typeface="Arial" panose="020B0604020202020204" pitchFamily="34" charset="0"/>
                <a:cs typeface="Arial" panose="020B0604020202020204" pitchFamily="34" charset="0"/>
              </a:endParaRPr>
            </a:p>
          </p:txBody>
        </p:sp>
        <p:sp>
          <p:nvSpPr>
            <p:cNvPr id="7" name="Shape 22">
              <a:extLst>
                <a:ext uri="{FF2B5EF4-FFF2-40B4-BE49-F238E27FC236}">
                  <a16:creationId xmlns:a16="http://schemas.microsoft.com/office/drawing/2014/main" id="{5BA16DF2-3607-7BEF-2AB2-16CECF0A9C41}"/>
                </a:ext>
              </a:extLst>
            </p:cNvPr>
            <p:cNvSpPr/>
            <p:nvPr/>
          </p:nvSpPr>
          <p:spPr>
            <a:xfrm>
              <a:off x="4252818" y="2319389"/>
              <a:ext cx="548862" cy="488923"/>
            </a:xfrm>
            <a:prstGeom prst="rect">
              <a:avLst/>
            </a:prstGeom>
            <a:solidFill>
              <a:srgbClr val="2E5090"/>
            </a:solidFill>
            <a:ln w="12700">
              <a:solidFill>
                <a:srgbClr val="2E5090"/>
              </a:solidFill>
              <a:prstDash val="solid"/>
            </a:ln>
          </p:spPr>
          <p:txBody>
            <a:bodyPr/>
            <a:lstStyle/>
            <a:p>
              <a:endParaRPr lang="en-CA" sz="3600">
                <a:latin typeface="Arial" panose="020B0604020202020204" pitchFamily="34" charset="0"/>
                <a:cs typeface="Arial" panose="020B0604020202020204" pitchFamily="34" charset="0"/>
              </a:endParaRPr>
            </a:p>
          </p:txBody>
        </p:sp>
        <p:sp>
          <p:nvSpPr>
            <p:cNvPr id="9" name="Shape 22">
              <a:extLst>
                <a:ext uri="{FF2B5EF4-FFF2-40B4-BE49-F238E27FC236}">
                  <a16:creationId xmlns:a16="http://schemas.microsoft.com/office/drawing/2014/main" id="{439E65D0-E1D8-AB57-912C-8CEE3161137D}"/>
                </a:ext>
              </a:extLst>
            </p:cNvPr>
            <p:cNvSpPr/>
            <p:nvPr/>
          </p:nvSpPr>
          <p:spPr>
            <a:xfrm>
              <a:off x="4252817" y="1223361"/>
              <a:ext cx="548862" cy="488923"/>
            </a:xfrm>
            <a:prstGeom prst="rect">
              <a:avLst/>
            </a:prstGeom>
            <a:solidFill>
              <a:srgbClr val="2E5090"/>
            </a:solidFill>
            <a:ln w="12700">
              <a:solidFill>
                <a:srgbClr val="2E5090"/>
              </a:solidFill>
              <a:prstDash val="solid"/>
            </a:ln>
          </p:spPr>
          <p:txBody>
            <a:bodyPr/>
            <a:lstStyle/>
            <a:p>
              <a:endParaRPr lang="en-CA" sz="3600">
                <a:latin typeface="Arial" panose="020B0604020202020204" pitchFamily="34" charset="0"/>
                <a:cs typeface="Arial" panose="020B0604020202020204" pitchFamily="34" charset="0"/>
              </a:endParaRPr>
            </a:p>
          </p:txBody>
        </p:sp>
        <p:pic>
          <p:nvPicPr>
            <p:cNvPr id="10" name="Picture 9" descr="A white arrow pointing up to a bar chart&#10;&#10;AI-generated content may be incorrect.">
              <a:extLst>
                <a:ext uri="{FF2B5EF4-FFF2-40B4-BE49-F238E27FC236}">
                  <a16:creationId xmlns:a16="http://schemas.microsoft.com/office/drawing/2014/main" id="{84C58550-2332-2AFE-3EFB-CB76AA8D9004}"/>
                </a:ext>
              </a:extLst>
            </p:cNvPr>
            <p:cNvPicPr>
              <a:picLocks noChangeAspect="1"/>
            </p:cNvPicPr>
            <p:nvPr/>
          </p:nvPicPr>
          <p:blipFill>
            <a:blip r:embed="rId5"/>
            <a:stretch>
              <a:fillRect/>
            </a:stretch>
          </p:blipFill>
          <p:spPr>
            <a:xfrm>
              <a:off x="4321219" y="1257560"/>
              <a:ext cx="407618" cy="423276"/>
            </a:xfrm>
            <a:prstGeom prst="rect">
              <a:avLst/>
            </a:prstGeom>
          </p:spPr>
        </p:pic>
        <p:pic>
          <p:nvPicPr>
            <p:cNvPr id="13" name="Picture 12" descr="A white gear with a dollar sign&#10;&#10;AI-generated content may be incorrect.">
              <a:extLst>
                <a:ext uri="{FF2B5EF4-FFF2-40B4-BE49-F238E27FC236}">
                  <a16:creationId xmlns:a16="http://schemas.microsoft.com/office/drawing/2014/main" id="{F77D366B-86C2-2AE1-F958-E79063BA693C}"/>
                </a:ext>
              </a:extLst>
            </p:cNvPr>
            <p:cNvPicPr>
              <a:picLocks noChangeAspect="1"/>
            </p:cNvPicPr>
            <p:nvPr/>
          </p:nvPicPr>
          <p:blipFill>
            <a:blip r:embed="rId6"/>
            <a:stretch>
              <a:fillRect/>
            </a:stretch>
          </p:blipFill>
          <p:spPr>
            <a:xfrm>
              <a:off x="4286902" y="2329711"/>
              <a:ext cx="476250" cy="476250"/>
            </a:xfrm>
            <a:prstGeom prst="rect">
              <a:avLst/>
            </a:prstGeom>
          </p:spPr>
        </p:pic>
        <p:pic>
          <p:nvPicPr>
            <p:cNvPr id="18" name="Picture 17" descr="A hand pressing a heart button&#10;&#10;AI-generated content may be incorrect.">
              <a:extLst>
                <a:ext uri="{FF2B5EF4-FFF2-40B4-BE49-F238E27FC236}">
                  <a16:creationId xmlns:a16="http://schemas.microsoft.com/office/drawing/2014/main" id="{5D7EB53B-1975-DD8C-2C19-8117EA471FCC}"/>
                </a:ext>
              </a:extLst>
            </p:cNvPr>
            <p:cNvPicPr>
              <a:picLocks noChangeAspect="1"/>
            </p:cNvPicPr>
            <p:nvPr/>
          </p:nvPicPr>
          <p:blipFill>
            <a:blip r:embed="rId7"/>
            <a:stretch>
              <a:fillRect/>
            </a:stretch>
          </p:blipFill>
          <p:spPr>
            <a:xfrm>
              <a:off x="4323763" y="3474864"/>
              <a:ext cx="402529" cy="430191"/>
            </a:xfrm>
            <a:prstGeom prst="rect">
              <a:avLst/>
            </a:prstGeom>
          </p:spPr>
        </p:pic>
        <p:pic>
          <p:nvPicPr>
            <p:cNvPr id="21" name="Picture 20" descr="A white outline of a computer and a globe&#10;&#10;AI-generated content may be incorrect.">
              <a:extLst>
                <a:ext uri="{FF2B5EF4-FFF2-40B4-BE49-F238E27FC236}">
                  <a16:creationId xmlns:a16="http://schemas.microsoft.com/office/drawing/2014/main" id="{32AC5CE5-5D30-1902-9E79-CB0CE837C441}"/>
                </a:ext>
              </a:extLst>
            </p:cNvPr>
            <p:cNvPicPr>
              <a:picLocks noChangeAspect="1"/>
            </p:cNvPicPr>
            <p:nvPr/>
          </p:nvPicPr>
          <p:blipFill>
            <a:blip r:embed="rId8"/>
            <a:stretch>
              <a:fillRect/>
            </a:stretch>
          </p:blipFill>
          <p:spPr>
            <a:xfrm>
              <a:off x="4325981" y="4568999"/>
              <a:ext cx="403313" cy="387002"/>
            </a:xfrm>
            <a:prstGeom prst="rect">
              <a:avLst/>
            </a:prstGeom>
          </p:spPr>
        </p:pic>
        <p:pic>
          <p:nvPicPr>
            <p:cNvPr id="22" name="Picture 21" descr="A group of people with light bulbs&#10;&#10;AI-generated content may be incorrect.">
              <a:extLst>
                <a:ext uri="{FF2B5EF4-FFF2-40B4-BE49-F238E27FC236}">
                  <a16:creationId xmlns:a16="http://schemas.microsoft.com/office/drawing/2014/main" id="{975EB333-FA00-2984-1548-EBF0CF4E7E55}"/>
                </a:ext>
              </a:extLst>
            </p:cNvPr>
            <p:cNvPicPr>
              <a:picLocks noChangeAspect="1"/>
            </p:cNvPicPr>
            <p:nvPr/>
          </p:nvPicPr>
          <p:blipFill>
            <a:blip r:embed="rId9"/>
            <a:stretch>
              <a:fillRect/>
            </a:stretch>
          </p:blipFill>
          <p:spPr>
            <a:xfrm>
              <a:off x="4287621" y="5629405"/>
              <a:ext cx="417405" cy="432148"/>
            </a:xfrm>
            <a:prstGeom prst="rect">
              <a:avLst/>
            </a:prstGeom>
          </p:spPr>
        </p:pic>
      </p:grpSp>
      <p:pic>
        <p:nvPicPr>
          <p:cNvPr id="4" name="Picture 3">
            <a:extLst>
              <a:ext uri="{FF2B5EF4-FFF2-40B4-BE49-F238E27FC236}">
                <a16:creationId xmlns:a16="http://schemas.microsoft.com/office/drawing/2014/main" id="{0FCF2679-0E6E-9BFE-1523-974EF76833F9}"/>
              </a:ext>
            </a:extLst>
          </p:cNvPr>
          <p:cNvPicPr>
            <a:picLocks noChangeAspect="1"/>
          </p:cNvPicPr>
          <p:nvPr/>
        </p:nvPicPr>
        <p:blipFill>
          <a:blip r:embed="rId10"/>
          <a:stretch>
            <a:fillRect/>
          </a:stretch>
        </p:blipFill>
        <p:spPr>
          <a:xfrm>
            <a:off x="837661" y="95903"/>
            <a:ext cx="2324793" cy="774931"/>
          </a:xfrm>
          <a:prstGeom prst="rect">
            <a:avLst/>
          </a:prstGeom>
        </p:spPr>
      </p:pic>
      <p:grpSp>
        <p:nvGrpSpPr>
          <p:cNvPr id="47" name="Group 46">
            <a:extLst>
              <a:ext uri="{FF2B5EF4-FFF2-40B4-BE49-F238E27FC236}">
                <a16:creationId xmlns:a16="http://schemas.microsoft.com/office/drawing/2014/main" id="{3EBEF06F-5D84-36F4-F7F0-8D7FAA946347}"/>
              </a:ext>
            </a:extLst>
          </p:cNvPr>
          <p:cNvGrpSpPr/>
          <p:nvPr/>
        </p:nvGrpSpPr>
        <p:grpSpPr>
          <a:xfrm>
            <a:off x="213202" y="977345"/>
            <a:ext cx="3670107" cy="655721"/>
            <a:chOff x="205080" y="906748"/>
            <a:chExt cx="3670107" cy="560428"/>
          </a:xfrm>
        </p:grpSpPr>
        <p:sp>
          <p:nvSpPr>
            <p:cNvPr id="29" name="Rectangle 28">
              <a:extLst>
                <a:ext uri="{FF2B5EF4-FFF2-40B4-BE49-F238E27FC236}">
                  <a16:creationId xmlns:a16="http://schemas.microsoft.com/office/drawing/2014/main" id="{01EBFFD4-33A0-B531-BD5B-76421BF810D4}"/>
                </a:ext>
              </a:extLst>
            </p:cNvPr>
            <p:cNvSpPr/>
            <p:nvPr/>
          </p:nvSpPr>
          <p:spPr>
            <a:xfrm>
              <a:off x="205080" y="916959"/>
              <a:ext cx="1151421" cy="550217"/>
            </a:xfrm>
            <a:prstGeom prst="rect">
              <a:avLst/>
            </a:prstGeom>
            <a:solidFill>
              <a:srgbClr val="243D6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latin typeface="Arial" panose="020B0604020202020204" pitchFamily="34" charset="0"/>
                  <a:ea typeface="Calibri"/>
                  <a:cs typeface="Arial" panose="020B0604020202020204" pitchFamily="34" charset="0"/>
                </a:rPr>
                <a:t>50 +</a:t>
              </a:r>
              <a:br>
                <a:rPr lang="en-US" b="1" dirty="0">
                  <a:solidFill>
                    <a:schemeClr val="bg1"/>
                  </a:solidFill>
                  <a:latin typeface="Arial" panose="020B0604020202020204" pitchFamily="34" charset="0"/>
                  <a:ea typeface="Calibri"/>
                  <a:cs typeface="Arial" panose="020B0604020202020204" pitchFamily="34" charset="0"/>
                </a:rPr>
              </a:br>
              <a:r>
                <a:rPr lang="en-US" sz="900" b="1" dirty="0">
                  <a:solidFill>
                    <a:schemeClr val="bg1"/>
                  </a:solidFill>
                  <a:latin typeface="Arial" panose="020B0604020202020204" pitchFamily="34" charset="0"/>
                  <a:ea typeface="Calibri"/>
                  <a:cs typeface="Arial" panose="020B0604020202020204" pitchFamily="34" charset="0"/>
                </a:rPr>
                <a:t>Years of Legacy</a:t>
              </a:r>
              <a:endParaRPr lang="en-US" sz="1000" b="1" dirty="0">
                <a:solidFill>
                  <a:schemeClr val="bg1"/>
                </a:solidFill>
                <a:latin typeface="Arial" panose="020B0604020202020204" pitchFamily="34" charset="0"/>
                <a:ea typeface="Calibri"/>
                <a:cs typeface="Arial" panose="020B0604020202020204" pitchFamily="34" charset="0"/>
              </a:endParaRPr>
            </a:p>
          </p:txBody>
        </p:sp>
        <p:sp>
          <p:nvSpPr>
            <p:cNvPr id="32" name="Rectangle 31">
              <a:extLst>
                <a:ext uri="{FF2B5EF4-FFF2-40B4-BE49-F238E27FC236}">
                  <a16:creationId xmlns:a16="http://schemas.microsoft.com/office/drawing/2014/main" id="{910AD7AD-80F5-3D10-CA56-1F6A8ACF2016}"/>
                </a:ext>
              </a:extLst>
            </p:cNvPr>
            <p:cNvSpPr/>
            <p:nvPr/>
          </p:nvSpPr>
          <p:spPr>
            <a:xfrm>
              <a:off x="1464423" y="906748"/>
              <a:ext cx="1151421" cy="552707"/>
            </a:xfrm>
            <a:prstGeom prst="rect">
              <a:avLst/>
            </a:prstGeom>
            <a:solidFill>
              <a:srgbClr val="243D6E"/>
            </a:solidFill>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b="1" dirty="0">
                  <a:solidFill>
                    <a:schemeClr val="bg1"/>
                  </a:solidFill>
                  <a:latin typeface="Arial" panose="020B0604020202020204" pitchFamily="34" charset="0"/>
                  <a:ea typeface="Calibri"/>
                  <a:cs typeface="Arial" panose="020B0604020202020204" pitchFamily="34" charset="0"/>
                </a:rPr>
                <a:t>400 +</a:t>
              </a:r>
              <a:br>
                <a:rPr lang="en-US" b="1" dirty="0">
                  <a:solidFill>
                    <a:schemeClr val="bg1"/>
                  </a:solidFill>
                  <a:latin typeface="Arial" panose="020B0604020202020204" pitchFamily="34" charset="0"/>
                  <a:ea typeface="Calibri"/>
                  <a:cs typeface="Arial" panose="020B0604020202020204" pitchFamily="34" charset="0"/>
                </a:rPr>
              </a:br>
              <a:r>
                <a:rPr lang="en-US" sz="900" b="1" dirty="0">
                  <a:solidFill>
                    <a:schemeClr val="bg1"/>
                  </a:solidFill>
                  <a:latin typeface="Arial" panose="020B0604020202020204" pitchFamily="34" charset="0"/>
                  <a:ea typeface="Calibri"/>
                  <a:cs typeface="Arial" panose="020B0604020202020204" pitchFamily="34" charset="0"/>
                </a:rPr>
                <a:t>Completed Projects</a:t>
              </a:r>
              <a:endParaRPr lang="en-US" sz="1400" b="1" dirty="0">
                <a:solidFill>
                  <a:schemeClr val="bg1"/>
                </a:solidFill>
                <a:latin typeface="Arial" panose="020B0604020202020204" pitchFamily="34" charset="0"/>
                <a:ea typeface="Calibri"/>
                <a:cs typeface="Arial" panose="020B0604020202020204" pitchFamily="34" charset="0"/>
              </a:endParaRPr>
            </a:p>
          </p:txBody>
        </p:sp>
        <p:sp>
          <p:nvSpPr>
            <p:cNvPr id="41" name="Rectangle 40">
              <a:extLst>
                <a:ext uri="{FF2B5EF4-FFF2-40B4-BE49-F238E27FC236}">
                  <a16:creationId xmlns:a16="http://schemas.microsoft.com/office/drawing/2014/main" id="{2780CC70-D2CA-633E-C73E-E41DDD3E9402}"/>
                </a:ext>
              </a:extLst>
            </p:cNvPr>
            <p:cNvSpPr/>
            <p:nvPr/>
          </p:nvSpPr>
          <p:spPr>
            <a:xfrm>
              <a:off x="2723766" y="909205"/>
              <a:ext cx="1151421" cy="557971"/>
            </a:xfrm>
            <a:prstGeom prst="rect">
              <a:avLst/>
            </a:prstGeom>
            <a:solidFill>
              <a:srgbClr val="243D6E"/>
            </a:solidFill>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b="1" dirty="0">
                  <a:solidFill>
                    <a:schemeClr val="bg1"/>
                  </a:solidFill>
                  <a:latin typeface="Arial" panose="020B0604020202020204" pitchFamily="34" charset="0"/>
                  <a:ea typeface="Calibri"/>
                  <a:cs typeface="Arial" panose="020B0604020202020204" pitchFamily="34" charset="0"/>
                </a:rPr>
                <a:t>5 +</a:t>
              </a:r>
              <a:br>
                <a:rPr lang="en-US" b="1" dirty="0">
                  <a:solidFill>
                    <a:schemeClr val="bg1"/>
                  </a:solidFill>
                  <a:latin typeface="Arial" panose="020B0604020202020204" pitchFamily="34" charset="0"/>
                  <a:ea typeface="Calibri"/>
                  <a:cs typeface="Arial" panose="020B0604020202020204" pitchFamily="34" charset="0"/>
                </a:rPr>
              </a:br>
              <a:r>
                <a:rPr lang="en-US" sz="1000" b="1" dirty="0">
                  <a:solidFill>
                    <a:schemeClr val="bg1"/>
                  </a:solidFill>
                  <a:latin typeface="Arial" panose="020B0604020202020204" pitchFamily="34" charset="0"/>
                  <a:ea typeface="Calibri"/>
                  <a:cs typeface="Arial" panose="020B0604020202020204" pitchFamily="34" charset="0"/>
                </a:rPr>
                <a:t>Sectors Serviced</a:t>
              </a:r>
              <a:endParaRPr lang="en-US" sz="1400" b="1" dirty="0">
                <a:solidFill>
                  <a:schemeClr val="bg1"/>
                </a:solidFill>
                <a:latin typeface="Arial" panose="020B0604020202020204" pitchFamily="34" charset="0"/>
                <a:ea typeface="Calibri"/>
                <a:cs typeface="Arial" panose="020B0604020202020204" pitchFamily="34" charset="0"/>
              </a:endParaRPr>
            </a:p>
          </p:txBody>
        </p:sp>
      </p:grpSp>
      <p:sp>
        <p:nvSpPr>
          <p:cNvPr id="17" name="TextBox 16">
            <a:extLst>
              <a:ext uri="{FF2B5EF4-FFF2-40B4-BE49-F238E27FC236}">
                <a16:creationId xmlns:a16="http://schemas.microsoft.com/office/drawing/2014/main" id="{EA3895F3-8CA8-2E7A-FB8B-C0A6BAC52432}"/>
              </a:ext>
            </a:extLst>
          </p:cNvPr>
          <p:cNvSpPr txBox="1"/>
          <p:nvPr/>
        </p:nvSpPr>
        <p:spPr>
          <a:xfrm>
            <a:off x="4115372" y="102621"/>
            <a:ext cx="4008794" cy="1261884"/>
          </a:xfrm>
          <a:prstGeom prst="rect">
            <a:avLst/>
          </a:prstGeom>
          <a:noFill/>
        </p:spPr>
        <p:txBody>
          <a:bodyPr wrap="square">
            <a:spAutoFit/>
          </a:bodyPr>
          <a:lstStyle/>
          <a:p>
            <a:pPr>
              <a:buNone/>
            </a:pPr>
            <a:r>
              <a:rPr lang="en-US" sz="1600" b="1" dirty="0">
                <a:solidFill>
                  <a:srgbClr val="FFFFFF"/>
                </a:solidFill>
                <a:latin typeface="Arial" panose="020B0604020202020204" pitchFamily="34" charset="0"/>
                <a:ea typeface="Calibri" pitchFamily="34" charset="-122"/>
                <a:cs typeface="Arial" panose="020B0604020202020204" pitchFamily="34" charset="0"/>
              </a:rPr>
              <a:t>About Us</a:t>
            </a:r>
          </a:p>
          <a:p>
            <a:pPr>
              <a:buNone/>
            </a:pPr>
            <a:br>
              <a:rPr lang="en-US" sz="1200" dirty="0">
                <a:solidFill>
                  <a:srgbClr val="DCE8F5"/>
                </a:solidFill>
                <a:latin typeface="Arial" panose="020B0604020202020204" pitchFamily="34" charset="0"/>
                <a:ea typeface="Calibri"/>
                <a:cs typeface="Arial" panose="020B0604020202020204" pitchFamily="34" charset="0"/>
              </a:rPr>
            </a:br>
            <a:r>
              <a:rPr lang="en-US" sz="1200" dirty="0">
                <a:solidFill>
                  <a:srgbClr val="DCE8F5"/>
                </a:solidFill>
                <a:latin typeface="Arial" panose="020B0604020202020204" pitchFamily="34" charset="0"/>
                <a:ea typeface="Calibri"/>
                <a:cs typeface="Arial" panose="020B0604020202020204" pitchFamily="34" charset="0"/>
              </a:rPr>
              <a:t>Founded in 1972, Impact Consulting Group is one of Canada's longest-running MBA student-led consulting firms,  based at the Rotman School of Management, University of Toronto.</a:t>
            </a:r>
          </a:p>
        </p:txBody>
      </p:sp>
      <p:grpSp>
        <p:nvGrpSpPr>
          <p:cNvPr id="61" name="Group 60">
            <a:extLst>
              <a:ext uri="{FF2B5EF4-FFF2-40B4-BE49-F238E27FC236}">
                <a16:creationId xmlns:a16="http://schemas.microsoft.com/office/drawing/2014/main" id="{38C27E56-DE08-4887-4987-83A806018508}"/>
              </a:ext>
            </a:extLst>
          </p:cNvPr>
          <p:cNvGrpSpPr/>
          <p:nvPr/>
        </p:nvGrpSpPr>
        <p:grpSpPr>
          <a:xfrm>
            <a:off x="418936" y="4988543"/>
            <a:ext cx="3304652" cy="1741481"/>
            <a:chOff x="449252" y="4693319"/>
            <a:chExt cx="3304652" cy="1741481"/>
          </a:xfrm>
        </p:grpSpPr>
        <p:sp>
          <p:nvSpPr>
            <p:cNvPr id="12" name="Shape 16">
              <a:extLst>
                <a:ext uri="{FF2B5EF4-FFF2-40B4-BE49-F238E27FC236}">
                  <a16:creationId xmlns:a16="http://schemas.microsoft.com/office/drawing/2014/main" id="{A66A20D4-D665-F807-032F-58D80E62D8CD}"/>
                </a:ext>
              </a:extLst>
            </p:cNvPr>
            <p:cNvSpPr/>
            <p:nvPr/>
          </p:nvSpPr>
          <p:spPr>
            <a:xfrm>
              <a:off x="449252" y="4702463"/>
              <a:ext cx="475488" cy="475488"/>
            </a:xfrm>
            <a:prstGeom prst="rect">
              <a:avLst/>
            </a:prstGeom>
            <a:solidFill>
              <a:srgbClr val="1D3461"/>
            </a:solidFill>
            <a:ln w="12700">
              <a:solidFill>
                <a:srgbClr val="1D3461"/>
              </a:solidFill>
              <a:prstDash val="solid"/>
            </a:ln>
          </p:spPr>
          <p:txBody>
            <a:bodyPr/>
            <a:lstStyle/>
            <a:p>
              <a:endParaRPr lang="en-US"/>
            </a:p>
          </p:txBody>
        </p:sp>
        <p:pic>
          <p:nvPicPr>
            <p:cNvPr id="25" name="Image 0" descr="preencoded.png">
              <a:extLst>
                <a:ext uri="{FF2B5EF4-FFF2-40B4-BE49-F238E27FC236}">
                  <a16:creationId xmlns:a16="http://schemas.microsoft.com/office/drawing/2014/main" id="{D5161279-6B7E-9B22-50A0-B64B9BE8F531}"/>
                </a:ext>
              </a:extLst>
            </p:cNvPr>
            <p:cNvPicPr>
              <a:picLocks noChangeAspect="1"/>
            </p:cNvPicPr>
            <p:nvPr/>
          </p:nvPicPr>
          <p:blipFill>
            <a:blip r:embed="rId11"/>
            <a:stretch>
              <a:fillRect/>
            </a:stretch>
          </p:blipFill>
          <p:spPr>
            <a:xfrm>
              <a:off x="513260" y="4766471"/>
              <a:ext cx="347472" cy="347472"/>
            </a:xfrm>
            <a:prstGeom prst="rect">
              <a:avLst/>
            </a:prstGeom>
          </p:spPr>
        </p:pic>
        <p:sp>
          <p:nvSpPr>
            <p:cNvPr id="26" name="Text 17">
              <a:extLst>
                <a:ext uri="{FF2B5EF4-FFF2-40B4-BE49-F238E27FC236}">
                  <a16:creationId xmlns:a16="http://schemas.microsoft.com/office/drawing/2014/main" id="{BCAFE516-030E-0954-FBE1-1A3D40595706}"/>
                </a:ext>
              </a:extLst>
            </p:cNvPr>
            <p:cNvSpPr/>
            <p:nvPr/>
          </p:nvSpPr>
          <p:spPr>
            <a:xfrm>
              <a:off x="1016180" y="4757327"/>
              <a:ext cx="672867" cy="384048"/>
            </a:xfrm>
            <a:prstGeom prst="rect">
              <a:avLst/>
            </a:prstGeom>
            <a:noFill/>
            <a:ln/>
          </p:spPr>
          <p:txBody>
            <a:bodyPr wrap="square" lIns="0" tIns="0" rIns="0" bIns="0" rtlCol="0" anchor="ctr"/>
            <a:lstStyle/>
            <a:p>
              <a:pPr marL="0" indent="0" algn="l">
                <a:buNone/>
              </a:pPr>
              <a:r>
                <a:rPr lang="en-US" sz="1200" b="1" dirty="0">
                  <a:solidFill>
                    <a:srgbClr val="1D3461"/>
                  </a:solidFill>
                  <a:latin typeface="Arial" panose="020B0604020202020204" pitchFamily="34" charset="0"/>
                  <a:ea typeface="Calibri" pitchFamily="34" charset="-122"/>
                  <a:cs typeface="Arial" panose="020B0604020202020204" pitchFamily="34" charset="0"/>
                </a:rPr>
                <a:t>Helping</a:t>
              </a:r>
              <a:endParaRPr lang="en-US" sz="1200" dirty="0">
                <a:latin typeface="Arial" panose="020B0604020202020204" pitchFamily="34" charset="0"/>
                <a:cs typeface="Arial" panose="020B0604020202020204" pitchFamily="34" charset="0"/>
              </a:endParaRPr>
            </a:p>
          </p:txBody>
        </p:sp>
        <p:sp>
          <p:nvSpPr>
            <p:cNvPr id="30" name="Shape 22">
              <a:extLst>
                <a:ext uri="{FF2B5EF4-FFF2-40B4-BE49-F238E27FC236}">
                  <a16:creationId xmlns:a16="http://schemas.microsoft.com/office/drawing/2014/main" id="{F262533F-D6AF-5C93-149A-FDBFBE387A15}"/>
                </a:ext>
              </a:extLst>
            </p:cNvPr>
            <p:cNvSpPr/>
            <p:nvPr/>
          </p:nvSpPr>
          <p:spPr>
            <a:xfrm>
              <a:off x="2172423" y="4693319"/>
              <a:ext cx="475488" cy="475488"/>
            </a:xfrm>
            <a:prstGeom prst="rect">
              <a:avLst/>
            </a:prstGeom>
            <a:solidFill>
              <a:srgbClr val="1D3461"/>
            </a:solidFill>
            <a:ln w="12700">
              <a:solidFill>
                <a:srgbClr val="1D3461"/>
              </a:solidFill>
              <a:prstDash val="solid"/>
            </a:ln>
          </p:spPr>
          <p:txBody>
            <a:bodyPr/>
            <a:lstStyle/>
            <a:p>
              <a:endParaRPr lang="en-US"/>
            </a:p>
          </p:txBody>
        </p:sp>
        <p:pic>
          <p:nvPicPr>
            <p:cNvPr id="34" name="Image 1" descr="preencoded.png">
              <a:extLst>
                <a:ext uri="{FF2B5EF4-FFF2-40B4-BE49-F238E27FC236}">
                  <a16:creationId xmlns:a16="http://schemas.microsoft.com/office/drawing/2014/main" id="{F8DB955F-354F-C73F-7F99-4A040E787905}"/>
                </a:ext>
              </a:extLst>
            </p:cNvPr>
            <p:cNvPicPr>
              <a:picLocks noChangeAspect="1"/>
            </p:cNvPicPr>
            <p:nvPr/>
          </p:nvPicPr>
          <p:blipFill>
            <a:blip r:embed="rId12"/>
            <a:stretch>
              <a:fillRect/>
            </a:stretch>
          </p:blipFill>
          <p:spPr>
            <a:xfrm>
              <a:off x="2236431" y="4757327"/>
              <a:ext cx="347472" cy="347472"/>
            </a:xfrm>
            <a:prstGeom prst="rect">
              <a:avLst/>
            </a:prstGeom>
          </p:spPr>
        </p:pic>
        <p:sp>
          <p:nvSpPr>
            <p:cNvPr id="35" name="Text 23">
              <a:extLst>
                <a:ext uri="{FF2B5EF4-FFF2-40B4-BE49-F238E27FC236}">
                  <a16:creationId xmlns:a16="http://schemas.microsoft.com/office/drawing/2014/main" id="{92DABB77-396B-AE90-ADDE-B51EC6B475CC}"/>
                </a:ext>
              </a:extLst>
            </p:cNvPr>
            <p:cNvSpPr/>
            <p:nvPr/>
          </p:nvSpPr>
          <p:spPr>
            <a:xfrm>
              <a:off x="2739351" y="4748183"/>
              <a:ext cx="1014553" cy="384048"/>
            </a:xfrm>
            <a:prstGeom prst="rect">
              <a:avLst/>
            </a:prstGeom>
            <a:noFill/>
            <a:ln/>
          </p:spPr>
          <p:txBody>
            <a:bodyPr wrap="square" lIns="0" tIns="0" rIns="0" bIns="0" rtlCol="0" anchor="ctr"/>
            <a:lstStyle/>
            <a:p>
              <a:pPr marL="0" indent="0" algn="l">
                <a:buNone/>
              </a:pPr>
              <a:r>
                <a:rPr lang="en-US" sz="1200" b="1" dirty="0">
                  <a:solidFill>
                    <a:srgbClr val="1D3461"/>
                  </a:solidFill>
                  <a:latin typeface="Arial" panose="020B0604020202020204" pitchFamily="34" charset="0"/>
                  <a:ea typeface="Calibri" pitchFamily="34" charset="-122"/>
                  <a:cs typeface="Arial" panose="020B0604020202020204" pitchFamily="34" charset="0"/>
                </a:rPr>
                <a:t>Accessibility</a:t>
              </a:r>
              <a:endParaRPr lang="en-US" sz="1200" dirty="0">
                <a:latin typeface="Arial" panose="020B0604020202020204" pitchFamily="34" charset="0"/>
                <a:cs typeface="Arial" panose="020B0604020202020204" pitchFamily="34" charset="0"/>
              </a:endParaRPr>
            </a:p>
          </p:txBody>
        </p:sp>
        <p:sp>
          <p:nvSpPr>
            <p:cNvPr id="36" name="Shape 28">
              <a:extLst>
                <a:ext uri="{FF2B5EF4-FFF2-40B4-BE49-F238E27FC236}">
                  <a16:creationId xmlns:a16="http://schemas.microsoft.com/office/drawing/2014/main" id="{B55590B4-559B-3521-67E0-AFF94C9064ED}"/>
                </a:ext>
              </a:extLst>
            </p:cNvPr>
            <p:cNvSpPr/>
            <p:nvPr/>
          </p:nvSpPr>
          <p:spPr>
            <a:xfrm>
              <a:off x="449252" y="5333678"/>
              <a:ext cx="475488" cy="475488"/>
            </a:xfrm>
            <a:prstGeom prst="rect">
              <a:avLst/>
            </a:prstGeom>
            <a:solidFill>
              <a:srgbClr val="1D3461"/>
            </a:solidFill>
            <a:ln w="12700">
              <a:solidFill>
                <a:srgbClr val="1D3461"/>
              </a:solidFill>
              <a:prstDash val="solid"/>
            </a:ln>
          </p:spPr>
          <p:txBody>
            <a:bodyPr/>
            <a:lstStyle/>
            <a:p>
              <a:endParaRPr lang="en-US"/>
            </a:p>
          </p:txBody>
        </p:sp>
        <p:pic>
          <p:nvPicPr>
            <p:cNvPr id="37" name="Image 2" descr="preencoded.png">
              <a:extLst>
                <a:ext uri="{FF2B5EF4-FFF2-40B4-BE49-F238E27FC236}">
                  <a16:creationId xmlns:a16="http://schemas.microsoft.com/office/drawing/2014/main" id="{EE9011EF-95ED-9D90-7E90-DDDB25D0F4A7}"/>
                </a:ext>
              </a:extLst>
            </p:cNvPr>
            <p:cNvPicPr>
              <a:picLocks noChangeAspect="1"/>
            </p:cNvPicPr>
            <p:nvPr/>
          </p:nvPicPr>
          <p:blipFill>
            <a:blip r:embed="rId13"/>
            <a:stretch>
              <a:fillRect/>
            </a:stretch>
          </p:blipFill>
          <p:spPr>
            <a:xfrm>
              <a:off x="513260" y="5397686"/>
              <a:ext cx="347472" cy="347472"/>
            </a:xfrm>
            <a:prstGeom prst="rect">
              <a:avLst/>
            </a:prstGeom>
          </p:spPr>
        </p:pic>
        <p:sp>
          <p:nvSpPr>
            <p:cNvPr id="39" name="Text 29">
              <a:extLst>
                <a:ext uri="{FF2B5EF4-FFF2-40B4-BE49-F238E27FC236}">
                  <a16:creationId xmlns:a16="http://schemas.microsoft.com/office/drawing/2014/main" id="{D52F9480-1C15-0C3B-EA20-52B55185FA09}"/>
                </a:ext>
              </a:extLst>
            </p:cNvPr>
            <p:cNvSpPr/>
            <p:nvPr/>
          </p:nvSpPr>
          <p:spPr>
            <a:xfrm>
              <a:off x="1016180" y="5388542"/>
              <a:ext cx="590696" cy="384048"/>
            </a:xfrm>
            <a:prstGeom prst="rect">
              <a:avLst/>
            </a:prstGeom>
            <a:noFill/>
            <a:ln/>
          </p:spPr>
          <p:txBody>
            <a:bodyPr wrap="square" lIns="0" tIns="0" rIns="0" bIns="0" rtlCol="0" anchor="ctr"/>
            <a:lstStyle/>
            <a:p>
              <a:pPr marL="0" indent="0" algn="l">
                <a:buNone/>
              </a:pPr>
              <a:r>
                <a:rPr lang="en-US" sz="1200" b="1" dirty="0">
                  <a:solidFill>
                    <a:srgbClr val="1D3461"/>
                  </a:solidFill>
                  <a:latin typeface="Arial" panose="020B0604020202020204" pitchFamily="34" charset="0"/>
                  <a:ea typeface="Calibri" pitchFamily="34" charset="-122"/>
                  <a:cs typeface="Arial" panose="020B0604020202020204" pitchFamily="34" charset="0"/>
                </a:rPr>
                <a:t>Trust</a:t>
              </a:r>
              <a:endParaRPr lang="en-US" sz="1200" dirty="0">
                <a:latin typeface="Arial" panose="020B0604020202020204" pitchFamily="34" charset="0"/>
                <a:cs typeface="Arial" panose="020B0604020202020204" pitchFamily="34" charset="0"/>
              </a:endParaRPr>
            </a:p>
          </p:txBody>
        </p:sp>
        <p:sp>
          <p:nvSpPr>
            <p:cNvPr id="43" name="Shape 34">
              <a:extLst>
                <a:ext uri="{FF2B5EF4-FFF2-40B4-BE49-F238E27FC236}">
                  <a16:creationId xmlns:a16="http://schemas.microsoft.com/office/drawing/2014/main" id="{38ADF17F-B248-15A3-DE51-5E6AF88D665E}"/>
                </a:ext>
              </a:extLst>
            </p:cNvPr>
            <p:cNvSpPr/>
            <p:nvPr/>
          </p:nvSpPr>
          <p:spPr>
            <a:xfrm>
              <a:off x="2172423" y="5327729"/>
              <a:ext cx="475488" cy="475488"/>
            </a:xfrm>
            <a:prstGeom prst="rect">
              <a:avLst/>
            </a:prstGeom>
            <a:solidFill>
              <a:srgbClr val="1D3461"/>
            </a:solidFill>
            <a:ln w="12700">
              <a:solidFill>
                <a:srgbClr val="1D3461"/>
              </a:solidFill>
              <a:prstDash val="solid"/>
            </a:ln>
          </p:spPr>
          <p:txBody>
            <a:bodyPr/>
            <a:lstStyle/>
            <a:p>
              <a:endParaRPr lang="en-US"/>
            </a:p>
          </p:txBody>
        </p:sp>
        <p:pic>
          <p:nvPicPr>
            <p:cNvPr id="45" name="Image 3" descr="preencoded.png">
              <a:extLst>
                <a:ext uri="{FF2B5EF4-FFF2-40B4-BE49-F238E27FC236}">
                  <a16:creationId xmlns:a16="http://schemas.microsoft.com/office/drawing/2014/main" id="{E8FA8FC3-12EC-1A56-4FA9-5087FB30CD73}"/>
                </a:ext>
              </a:extLst>
            </p:cNvPr>
            <p:cNvPicPr>
              <a:picLocks noChangeAspect="1"/>
            </p:cNvPicPr>
            <p:nvPr/>
          </p:nvPicPr>
          <p:blipFill>
            <a:blip r:embed="rId14"/>
            <a:stretch>
              <a:fillRect/>
            </a:stretch>
          </p:blipFill>
          <p:spPr>
            <a:xfrm>
              <a:off x="2236431" y="5391737"/>
              <a:ext cx="347472" cy="347472"/>
            </a:xfrm>
            <a:prstGeom prst="rect">
              <a:avLst/>
            </a:prstGeom>
          </p:spPr>
        </p:pic>
        <p:sp>
          <p:nvSpPr>
            <p:cNvPr id="49" name="Text 35">
              <a:extLst>
                <a:ext uri="{FF2B5EF4-FFF2-40B4-BE49-F238E27FC236}">
                  <a16:creationId xmlns:a16="http://schemas.microsoft.com/office/drawing/2014/main" id="{0E5AB818-FC7D-AD65-4E7F-6FB5ED7D4256}"/>
                </a:ext>
              </a:extLst>
            </p:cNvPr>
            <p:cNvSpPr/>
            <p:nvPr/>
          </p:nvSpPr>
          <p:spPr>
            <a:xfrm>
              <a:off x="2739351" y="5382593"/>
              <a:ext cx="961302" cy="384048"/>
            </a:xfrm>
            <a:prstGeom prst="rect">
              <a:avLst/>
            </a:prstGeom>
            <a:noFill/>
            <a:ln/>
          </p:spPr>
          <p:txBody>
            <a:bodyPr wrap="square" lIns="0" tIns="0" rIns="0" bIns="0" rtlCol="0" anchor="ctr"/>
            <a:lstStyle/>
            <a:p>
              <a:pPr marL="0" indent="0" algn="l">
                <a:buNone/>
              </a:pPr>
              <a:r>
                <a:rPr lang="en-US" sz="1200" b="1" dirty="0">
                  <a:solidFill>
                    <a:srgbClr val="1D3461"/>
                  </a:solidFill>
                  <a:latin typeface="Arial" panose="020B0604020202020204" pitchFamily="34" charset="0"/>
                  <a:ea typeface="Calibri" pitchFamily="34" charset="-122"/>
                  <a:cs typeface="Arial" panose="020B0604020202020204" pitchFamily="34" charset="0"/>
                </a:rPr>
                <a:t>Fresh Perspectives</a:t>
              </a:r>
              <a:endParaRPr lang="en-US" sz="1200" dirty="0">
                <a:latin typeface="Arial" panose="020B0604020202020204" pitchFamily="34" charset="0"/>
                <a:cs typeface="Arial" panose="020B0604020202020204" pitchFamily="34" charset="0"/>
              </a:endParaRPr>
            </a:p>
          </p:txBody>
        </p:sp>
        <p:sp>
          <p:nvSpPr>
            <p:cNvPr id="51" name="Shape 40">
              <a:extLst>
                <a:ext uri="{FF2B5EF4-FFF2-40B4-BE49-F238E27FC236}">
                  <a16:creationId xmlns:a16="http://schemas.microsoft.com/office/drawing/2014/main" id="{25EFEBDD-E937-40BC-F02B-4A0100AEF6E4}"/>
                </a:ext>
              </a:extLst>
            </p:cNvPr>
            <p:cNvSpPr/>
            <p:nvPr/>
          </p:nvSpPr>
          <p:spPr>
            <a:xfrm>
              <a:off x="449252" y="5959312"/>
              <a:ext cx="475488" cy="475488"/>
            </a:xfrm>
            <a:prstGeom prst="rect">
              <a:avLst/>
            </a:prstGeom>
            <a:solidFill>
              <a:srgbClr val="1D3461"/>
            </a:solidFill>
            <a:ln w="12700">
              <a:solidFill>
                <a:srgbClr val="1D3461"/>
              </a:solidFill>
              <a:prstDash val="solid"/>
            </a:ln>
          </p:spPr>
          <p:txBody>
            <a:bodyPr/>
            <a:lstStyle/>
            <a:p>
              <a:endParaRPr lang="en-US"/>
            </a:p>
          </p:txBody>
        </p:sp>
        <p:pic>
          <p:nvPicPr>
            <p:cNvPr id="53" name="Image 4" descr="preencoded.png">
              <a:extLst>
                <a:ext uri="{FF2B5EF4-FFF2-40B4-BE49-F238E27FC236}">
                  <a16:creationId xmlns:a16="http://schemas.microsoft.com/office/drawing/2014/main" id="{30A0B2FE-52D0-4E3C-E2D0-5733216F167B}"/>
                </a:ext>
              </a:extLst>
            </p:cNvPr>
            <p:cNvPicPr>
              <a:picLocks noChangeAspect="1"/>
            </p:cNvPicPr>
            <p:nvPr/>
          </p:nvPicPr>
          <p:blipFill>
            <a:blip r:embed="rId15"/>
            <a:stretch>
              <a:fillRect/>
            </a:stretch>
          </p:blipFill>
          <p:spPr>
            <a:xfrm>
              <a:off x="513260" y="6023320"/>
              <a:ext cx="347472" cy="347472"/>
            </a:xfrm>
            <a:prstGeom prst="rect">
              <a:avLst/>
            </a:prstGeom>
          </p:spPr>
        </p:pic>
        <p:sp>
          <p:nvSpPr>
            <p:cNvPr id="55" name="Text 41">
              <a:extLst>
                <a:ext uri="{FF2B5EF4-FFF2-40B4-BE49-F238E27FC236}">
                  <a16:creationId xmlns:a16="http://schemas.microsoft.com/office/drawing/2014/main" id="{8DAE8F53-59AA-40F4-4635-F7715012216A}"/>
                </a:ext>
              </a:extLst>
            </p:cNvPr>
            <p:cNvSpPr/>
            <p:nvPr/>
          </p:nvSpPr>
          <p:spPr>
            <a:xfrm>
              <a:off x="1016180" y="6014176"/>
              <a:ext cx="590696" cy="384048"/>
            </a:xfrm>
            <a:prstGeom prst="rect">
              <a:avLst/>
            </a:prstGeom>
            <a:noFill/>
            <a:ln/>
          </p:spPr>
          <p:txBody>
            <a:bodyPr wrap="square" lIns="0" tIns="0" rIns="0" bIns="0" rtlCol="0" anchor="ctr"/>
            <a:lstStyle/>
            <a:p>
              <a:pPr marL="0" indent="0" algn="l">
                <a:buNone/>
              </a:pPr>
              <a:r>
                <a:rPr lang="en-US" sz="1200" b="1" dirty="0">
                  <a:solidFill>
                    <a:srgbClr val="1D3461"/>
                  </a:solidFill>
                  <a:latin typeface="Arial" panose="020B0604020202020204" pitchFamily="34" charset="0"/>
                  <a:ea typeface="Calibri" pitchFamily="34" charset="-122"/>
                  <a:cs typeface="Arial" panose="020B0604020202020204" pitchFamily="34" charset="0"/>
                </a:rPr>
                <a:t>Agility</a:t>
              </a:r>
              <a:endParaRPr lang="en-US" sz="1200" dirty="0">
                <a:latin typeface="Arial" panose="020B0604020202020204" pitchFamily="34" charset="0"/>
                <a:cs typeface="Arial" panose="020B0604020202020204" pitchFamily="34" charset="0"/>
              </a:endParaRPr>
            </a:p>
          </p:txBody>
        </p:sp>
        <p:sp>
          <p:nvSpPr>
            <p:cNvPr id="58" name="Shape 46">
              <a:extLst>
                <a:ext uri="{FF2B5EF4-FFF2-40B4-BE49-F238E27FC236}">
                  <a16:creationId xmlns:a16="http://schemas.microsoft.com/office/drawing/2014/main" id="{7735A6B7-4FAD-A733-863B-B1814C94713A}"/>
                </a:ext>
              </a:extLst>
            </p:cNvPr>
            <p:cNvSpPr/>
            <p:nvPr/>
          </p:nvSpPr>
          <p:spPr>
            <a:xfrm>
              <a:off x="2169569" y="5943858"/>
              <a:ext cx="475488" cy="475488"/>
            </a:xfrm>
            <a:prstGeom prst="rect">
              <a:avLst/>
            </a:prstGeom>
            <a:solidFill>
              <a:srgbClr val="1D3461"/>
            </a:solidFill>
            <a:ln w="12700">
              <a:solidFill>
                <a:srgbClr val="1D3461"/>
              </a:solidFill>
              <a:prstDash val="solid"/>
            </a:ln>
          </p:spPr>
          <p:txBody>
            <a:bodyPr/>
            <a:lstStyle/>
            <a:p>
              <a:endParaRPr lang="en-US"/>
            </a:p>
          </p:txBody>
        </p:sp>
        <p:pic>
          <p:nvPicPr>
            <p:cNvPr id="59" name="Image 5" descr="preencoded.png">
              <a:extLst>
                <a:ext uri="{FF2B5EF4-FFF2-40B4-BE49-F238E27FC236}">
                  <a16:creationId xmlns:a16="http://schemas.microsoft.com/office/drawing/2014/main" id="{ED2FB482-AB09-4C65-9531-79C3751C467C}"/>
                </a:ext>
              </a:extLst>
            </p:cNvPr>
            <p:cNvPicPr>
              <a:picLocks noChangeAspect="1"/>
            </p:cNvPicPr>
            <p:nvPr/>
          </p:nvPicPr>
          <p:blipFill>
            <a:blip r:embed="rId16"/>
            <a:stretch>
              <a:fillRect/>
            </a:stretch>
          </p:blipFill>
          <p:spPr>
            <a:xfrm>
              <a:off x="2233577" y="6007866"/>
              <a:ext cx="347472" cy="347472"/>
            </a:xfrm>
            <a:prstGeom prst="rect">
              <a:avLst/>
            </a:prstGeom>
          </p:spPr>
        </p:pic>
        <p:sp>
          <p:nvSpPr>
            <p:cNvPr id="60" name="Text 47">
              <a:extLst>
                <a:ext uri="{FF2B5EF4-FFF2-40B4-BE49-F238E27FC236}">
                  <a16:creationId xmlns:a16="http://schemas.microsoft.com/office/drawing/2014/main" id="{7327238D-F423-7B08-FBF8-E23D53DB2CA5}"/>
                </a:ext>
              </a:extLst>
            </p:cNvPr>
            <p:cNvSpPr/>
            <p:nvPr/>
          </p:nvSpPr>
          <p:spPr>
            <a:xfrm>
              <a:off x="2736497" y="5998722"/>
              <a:ext cx="860521" cy="384048"/>
            </a:xfrm>
            <a:prstGeom prst="rect">
              <a:avLst/>
            </a:prstGeom>
            <a:noFill/>
            <a:ln/>
          </p:spPr>
          <p:txBody>
            <a:bodyPr wrap="square" lIns="0" tIns="0" rIns="0" bIns="0" rtlCol="0" anchor="ctr"/>
            <a:lstStyle/>
            <a:p>
              <a:pPr marL="0" indent="0" algn="l">
                <a:buNone/>
              </a:pPr>
              <a:r>
                <a:rPr lang="en-US" sz="1200" b="1" dirty="0">
                  <a:solidFill>
                    <a:srgbClr val="1D3461"/>
                  </a:solidFill>
                  <a:latin typeface="Arial" panose="020B0604020202020204" pitchFamily="34" charset="0"/>
                  <a:ea typeface="Calibri" pitchFamily="34" charset="-122"/>
                  <a:cs typeface="Arial" panose="020B0604020202020204" pitchFamily="34" charset="0"/>
                </a:rPr>
                <a:t>Client-First</a:t>
              </a:r>
              <a:endParaRPr lang="en-US" sz="1200" dirty="0">
                <a:latin typeface="Arial" panose="020B0604020202020204" pitchFamily="34" charset="0"/>
                <a:cs typeface="Arial" panose="020B0604020202020204" pitchFamily="34" charset="0"/>
              </a:endParaRPr>
            </a:p>
          </p:txBody>
        </p:sp>
      </p:grpSp>
      <p:sp>
        <p:nvSpPr>
          <p:cNvPr id="65" name="TextBox 64">
            <a:extLst>
              <a:ext uri="{FF2B5EF4-FFF2-40B4-BE49-F238E27FC236}">
                <a16:creationId xmlns:a16="http://schemas.microsoft.com/office/drawing/2014/main" id="{FBF03536-A254-490B-084E-CD968647F51F}"/>
              </a:ext>
            </a:extLst>
          </p:cNvPr>
          <p:cNvSpPr txBox="1"/>
          <p:nvPr/>
        </p:nvSpPr>
        <p:spPr>
          <a:xfrm>
            <a:off x="144996" y="4545275"/>
            <a:ext cx="2337531" cy="382092"/>
          </a:xfrm>
          <a:prstGeom prst="rect">
            <a:avLst/>
          </a:prstGeom>
          <a:noFill/>
        </p:spPr>
        <p:txBody>
          <a:bodyPr wrap="square">
            <a:spAutoFit/>
          </a:bodyPr>
          <a:lstStyle/>
          <a:p>
            <a:pPr marL="0" indent="0" algn="l">
              <a:lnSpc>
                <a:spcPct val="150000"/>
              </a:lnSpc>
              <a:buNone/>
            </a:pPr>
            <a:r>
              <a:rPr lang="en-US" sz="1400" b="1" dirty="0">
                <a:solidFill>
                  <a:srgbClr val="1D3461"/>
                </a:solidFill>
                <a:latin typeface="Arial" panose="020B0604020202020204" pitchFamily="34" charset="0"/>
                <a:ea typeface="Calibri" pitchFamily="34" charset="-122"/>
                <a:cs typeface="Arial" panose="020B0604020202020204" pitchFamily="34" charset="0"/>
              </a:rPr>
              <a:t>What We Stand For</a:t>
            </a:r>
          </a:p>
        </p:txBody>
      </p:sp>
      <p:sp>
        <p:nvSpPr>
          <p:cNvPr id="67" name="TextBox 66">
            <a:extLst>
              <a:ext uri="{FF2B5EF4-FFF2-40B4-BE49-F238E27FC236}">
                <a16:creationId xmlns:a16="http://schemas.microsoft.com/office/drawing/2014/main" id="{2E3EF655-BD84-0E5F-1D64-8A1C759A36D6}"/>
              </a:ext>
            </a:extLst>
          </p:cNvPr>
          <p:cNvSpPr txBox="1"/>
          <p:nvPr/>
        </p:nvSpPr>
        <p:spPr>
          <a:xfrm>
            <a:off x="8150047" y="2843414"/>
            <a:ext cx="4091179" cy="1107996"/>
          </a:xfrm>
          <a:prstGeom prst="rect">
            <a:avLst/>
          </a:prstGeom>
          <a:noFill/>
        </p:spPr>
        <p:txBody>
          <a:bodyPr wrap="square">
            <a:spAutoFit/>
          </a:bodyPr>
          <a:lstStyle/>
          <a:p>
            <a:pPr algn="ctr"/>
            <a:r>
              <a:rPr lang="en-IN" sz="1100" dirty="0">
                <a:latin typeface="Arial" panose="020B0604020202020204" pitchFamily="34" charset="0"/>
                <a:cs typeface="Arial" panose="020B0604020202020204" pitchFamily="34" charset="0"/>
              </a:rPr>
              <a:t>" The Impact team at Rotman, informed by state-of-the-art research and the enduring fundamentals of management thinking, delivers innovative, pragmatic and actionable solutions. I am a regular customer myself. The professionalism, the value added, and the can-do-attitude keep me coming back“ – Tiff Macklem, Former Rotman Dean</a:t>
            </a:r>
          </a:p>
        </p:txBody>
      </p:sp>
      <p:sp>
        <p:nvSpPr>
          <p:cNvPr id="70" name="TextBox 69">
            <a:extLst>
              <a:ext uri="{FF2B5EF4-FFF2-40B4-BE49-F238E27FC236}">
                <a16:creationId xmlns:a16="http://schemas.microsoft.com/office/drawing/2014/main" id="{8772F3A1-3DFE-EB8F-9F7F-45856F90D34D}"/>
              </a:ext>
            </a:extLst>
          </p:cNvPr>
          <p:cNvSpPr txBox="1"/>
          <p:nvPr/>
        </p:nvSpPr>
        <p:spPr>
          <a:xfrm>
            <a:off x="8113274" y="4151872"/>
            <a:ext cx="4091179" cy="1277273"/>
          </a:xfrm>
          <a:prstGeom prst="rect">
            <a:avLst/>
          </a:prstGeom>
          <a:noFill/>
        </p:spPr>
        <p:txBody>
          <a:bodyPr wrap="square">
            <a:spAutoFit/>
          </a:bodyPr>
          <a:lstStyle/>
          <a:p>
            <a:pPr algn="ctr"/>
            <a:r>
              <a:rPr lang="en-US" altLang="en-US" sz="1100" dirty="0">
                <a:latin typeface="Arial" panose="020B0604020202020204" pitchFamily="34" charset="0"/>
                <a:cs typeface="Arial" panose="020B0604020202020204" pitchFamily="34" charset="0"/>
              </a:rPr>
              <a:t>“I engaged them on two separate projects, for which I needed pricing model and financial projections expertise. Both engagements had their complexities and challenges, and the team was patient, gracious, thoughtful in their approach and communicative throughout. They adapted quickly, jumping in on client calls when I needed them to and collaborating well with the other team.” – Gina Leslie, LEAP</a:t>
            </a:r>
            <a:endParaRPr lang="en-IN" sz="11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984367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49</TotalTime>
  <Words>373</Words>
  <Application>Microsoft Macintosh PowerPoint</Application>
  <PresentationFormat>Widescreen</PresentationFormat>
  <Paragraphs>62</Paragraphs>
  <Slides>1</Slides>
  <Notes>1</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vt:i4>
      </vt:variant>
    </vt:vector>
  </HeadingPairs>
  <TitlesOfParts>
    <vt:vector size="3" baseType="lpstr">
      <vt:lpstr>Arial</vt:lpstr>
      <vt:lpstr>Office Theme</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Impact Consulting Group</dc:title>
  <dc:subject>PptxGenJS Presentation</dc:subject>
  <dc:creator>Impact Consulting Group</dc:creator>
  <cp:lastModifiedBy>Arjun Anish</cp:lastModifiedBy>
  <cp:revision>84</cp:revision>
  <dcterms:created xsi:type="dcterms:W3CDTF">2026-05-13T19:22:34Z</dcterms:created>
  <dcterms:modified xsi:type="dcterms:W3CDTF">2026-05-27T02:23:57Z</dcterms:modified>
</cp:coreProperties>
</file>